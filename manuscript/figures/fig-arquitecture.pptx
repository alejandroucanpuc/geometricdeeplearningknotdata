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7:52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1162 8192,'0'0'18022,"-6"-11"-18022,0-5 0,2 0 0,0-1 0,0 0 0,2 0 0,-2-29 0,8-90 0,-3 116 0,5-74 0,5-1 0,4 1 0,30-104 0,-37 171-532,2 0 0,0 1 0,1 0 0,2 1 0,1 0 0,24-32 0,-28 43 9,2 0 0,-1 1 0,2 1 0,0 0 0,0 1 0,1 0 0,1 1 0,0 1 0,0 0 0,0 0 0,24-7 0,-16 8-2091,0 2 0,37-6 0,-37 10 2507,-1 0 0,1 1-1,22 3 1,-28-1 1128,1 2 0,-1 0 0,0 1 0,22 8 0,-26-7 231,-1 1-1,0 0 0,0 0 1,0 2-1,-1-1 1,12 11-1,1 4-3139,-1 1 1,-1 1-1,24 32 0,-33-37 878,0 2-1,-1-1 0,-1 1 0,-1 1 0,9 25 0,-16-35 1671,0 0-1,-1 0 1,0 0 0,-1 1 0,0-1-1,0 0 1,-2 0 0,1 1 0,-2-2 0,-2 14-1,0-9 568,0 0-1,-1-1 1,-10 22-1,-14 15-1067,21-40-1920,0-1 1,-1 0 0,-1 0 0,1-1-1,-2 0 1,-18 13 0,18-14 1760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7:52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1413 158 8192,'-3'0'1395,"-1"1"0,1-1 1,0 1-1,0 0 0,0 0 1,0 0-1,-1 1 0,-3 2 0,-15 9 3062,9-5-3449,-2 2-1008,2 0 0,0 1 0,0 0 0,1 1 0,-12 14 0,10-9 0,-2-1 0,-22 17 0,-256 167 0,263-182-754,-1-2 0,0-1 0,-2-2 0,-55 16 0,41-18-1417,0-2 0,-91 5 0,85-13-5493,0-3 9226,39 0 1644,-1 0 0,1-1 1,0-1-1,-28-10 0,28 8-3989,-25-16 0,26 12-898,-1-1 1,2 0-1,-1-1 1,1 0-1,1-1 0,0-1 1,-17-25-1,20 24 795,0-1 1,-8-19-1,14 27 1540,1 1 0,0-1 0,-2-10 0,2 6 1037,1 0 1,0 0-1,1 0 0,1 0 1,-1 0-1,2 0 1,2-13-1,8-9 184,-7 24-2344,0 2 0,1-1 1,12-16-1,-8 14-958,0 1 0,1 1-1,0-1 1,18-11 0,-9 9-952,0 1 0,25-10 0,12 0 505,-16 8 1874,0 2 0,1 1 0,54-4 0,-77 12 369,132-5 11778,-146 7-7743,-1 0-3302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7:52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8192,'0'0'18022,"0"0"-18022,0 0 0,0 0 0,1-2 0,1 1 0,-1-1 0,0 1 0,1 0 0,-1-1 0,1 1 0,-1 0 0,1 0 0,3-2 0,-4 3 0,6-4 0,0 1 0,1 0 0,-1 0 0,1 1 0,15-3 0,42-2 0,-12 2 0,-10-1 0,0 3 0,68 1 0,-85 4 0,0 1 0,0 1 0,-1 1 0,1 1 0,37 16 0,-25-7 0,0 3 0,-1 1 0,0 2 0,-2 1 0,50 41 0,-75-54-375,0 2 0,0-1 0,-1 2 0,8 11 0,-7-6-1052,0 0 0,-2 1-1,1 0 1,8 32 0,-9-22-952,-1 2 0,3 43 0,-6 12 505,-4-55 1937,-2-1 0,0 0-1,-2 1 1,-1-1 0,-18 54 0,20-75 1983,-1 0 1,1-1-1,-2 1 0,-5 8 1,3-7-1276,-1 1 0,-12 11 0,-21 13-4748,-2-4-4662,28-21 8585,0 0-1,-1-1 0,0-1 0,0 0 1,0-1-1,-25 5 0,29-9 62,0 0 0,-1-1 0,2 0 0,-2-1 0,1 0 0,0-1 0,0-1 0,-1 0 0,2-1 0,-13-4 0,-33-14 1337,1-4-1,1-2 1,-58-39 0,89 50 1185,1 0 1,0-2-1,1 0 0,-38-43 1,40 41-2530,13 13 0,0 0 0,1-1 0,-6-7 0,10 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1415 8192,'0'0'18022,"0"0"-18022,0 0 0,0 0 0,0 0 0,-2 0 0,0-1 0,0 1 0,0-1 0,-1 0 0,1 0 0,0 0 0,0 0 0,1-1 0,-1 1 0,0-1 0,0 1 0,0-1 0,1 1 0,-1-1 0,1 0 0,0 0 0,-1 0 0,-1-2 0,-20-41 0,17 33-45,-9-21-1938,-17-56 1,29 77 1304,-1 0 1,3-1-1,-1 1 1,0-1-1,1 1 0,1-1 1,0 1-1,3-20 1,-2 22 447,1 0 1,0 1-1,0-1 1,2 1 0,-1-1-1,1 2 1,-3 4 133</inkml:trace>
  <inkml:trace contextRef="#ctx0" brushRef="#br0" timeOffset="1">796 1113 8192,'61'47'0,"-35"-30"0,0-1 0,1-1 0,1-2 0,0-1 0,0-1 0,1-2 0,0-1 0,1-2 0,-1-1 0,60 2 0,122-16 0,-176 5 0,0-2 0,-1-2 0,66-24 0,-24 2 1024,128-60 7169</inkml:trace>
  <inkml:trace contextRef="#ctx0" brushRef="#br0" timeOffset="2">2140 887 22125,'36'-84'-6037,"-26"59"4510,0-1 820,-2 1-1,-1-2 0,0 1 0,-2-1 1,-1 0-1,0-1 0,-2 1 0,-2-35 1,1 34 707,-2 0 0,0 0 0,-2 0 0,-1 0 0,-1 1 0,-1 0 0,-1 0 0,-15-36 0,22 62 0,-6-14 1863,0 0 0,-2 0-1,0 0 1,0 1 0,-16-21-1,16 26-2166,-1 0-1,-15-11 0,8 9-1406,0 1 1,0 0 0,-1 1-1,-1 1 1,-17-5 0,19 9 1710,1 2 0,-1 0 0,1 1 0,-1 1 0,-19 2 0,-7 0 0,29-2 0,1 2 0,-1 0 0,0 0 0,1 2 0,0-1 0,-20 10 0,-69 42 0,78-42 0,5-2 0</inkml:trace>
  <inkml:trace contextRef="#ctx0" brushRef="#br0" timeOffset="3">1334 352 11771,'-28'39'4922,"16"-22"2182,1-1-3939,-13 20-7197,20-31 1125,1 1 0,1 0 0,-1 0 0,-3 11 0,-54 167 2704,58-179 203,1-3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8192,'13'0'14771,"-3"-2"-11520,37-16-3251,-35 12 0,1 1 0,17-4 0,-6 4-1132,0 1 0,1 0 1,0 3-1,-1 0 1,1 1-1,-1 2 0,0 1 1,42 10-1,-2 8-1036,65 25-1748,-114-40 3666,0 1-1,0 2 1,-1 0-1,0 0 1,-1 2-1,15 12 1,-19-13 1661,1 0 1,0 1 0,-2 1 0,1-1-1,-1 1 1,6 13 0,-12-21-598,-2 0 0,1-1 0,0 0 0,-1 1 0,1-1 0,-1 1 0,0-1 0,0 1 0,-1 3 0,1-4-814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8192,'0'0'18022,"0"0"-18022,0 0 0,0 0 0,19-7 0,3-2 0,-1 0 0,35-24 0,-47 27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8192,'0'0'18022,"0"0"-18022,0 0 0,0 0 0,0 0 0,0 0 0,0 0 0,0 0 0,21-2 0,29-12 0,36-7 0,-44 6 0,-36 13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1889 0 8192,'-14'18'9954,"1"-2"-4137,-4-2-3566,-114 64-2251,96-58 0,-4 2-27,-194 100-2160,192-105-2593,0-2 0,-48 9-1,47-16 3314,22-5 1467,-1-1 0,1-1 0,0-1 0,-1-1 0,1-1 0,0-1 0,0-1 0,0 0 0,1-2 0,-1-1 0,1 0 0,0-2 0,1 0 0,0-2 0,0 0 0,1-1 0,0-1 0,-16-17 0,5 4 0,0 0 0,-58-38 0,65 52 0,-1 0 0,0 1 0,0 2 0,-1 0 0,-32-6 0,22 8 109,-1 1 1,1 2 0,-1 2-1,-35 3-5</inkml:trace>
  <inkml:trace contextRef="#ctx0" brushRef="#br0" timeOffset="1">53 162 9009,'-6'9'-34,"1"2"-5,0-1 0,0 1-1,1 0 1,0 1 0,-4 21 0,3-9-52,1 0-1,1 0 1,1 0 0,1 0-1,3 48 1,-1-63 493,0 1 1,1-1-1,1 1 1,-1-1-1,1 0 1,0 0 0,1 0-1,0-1 1,1 0-1,-1 1 1,1-2-1,0 1 1,1 0-1,0-1 1,0-1-1,1 1 1,13 11-1,-10-12 216,-1 1 0,1-1 0,0-1 0,0 0 0,1 0 0,0-1 0,14 3 0,-14-5-571,-4-1-19</inkml:trace>
  <inkml:trace contextRef="#ctx0" brushRef="#br0" timeOffset="2">493 512 25933,'9'-13'34,"0"-4"7,0-1 0,0 1 0,-2-2 0,0 1 0,8-30 1,-14 36-42,1-1 0,-2 1 0,0-21 0,0 19 0,0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8192,'0'0'18022,"0"0"-18022,9-18 0,-3 6 0,1 0 0,1 1 0,0 1 0,0-1 0,1 1 0,0 1 0,1 0 0,0 0 0,0 1 0,0 1 0,1 0 0,0 0 0,0 1 0,1 1 0,0 0 0,0 0 0,21-3 0,-27 7 0,1 1 0,-1 0 0,1 1 0,-1 0 0,1 0 0,-1 1 0,1 0 0,-1 0 0,0 0 0,9 5 0,-8-3 0,0-1 0,0 0 0,0 0 0,1-1 0,-1-1 0,1 1 0,9 0 0,-11-2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1246 1839 8192,'0'0'18022,"0"0"-18022,0 0 0,0 0 0,3 10 0,6 10 0,-1 1 0,-1 1 0,-1-1 0,0 1 0,2 26 0,-7-38 0,0 0 0,-1 0 0,0-1 0,-1 1 0,0 0 0,0-1 0,-1 1 0,0-1 0,-1 1 0,0-1 0,0 0 0,-1 0 0,0 0 0,-8 12 0,4-9 0,0 0 0,-2-1 0,1 0 0,-1-1 0,-1 0 0,0-1 0,0 0 0,0-1 0,-1 0 0,0-1 0,0-1 0,-1 0 0,0-1 0,-21 6 0,5-4 0,-1-1 0,0-1 0,0-2 0,0-1 0,-47-5 0,-14-9-1875,57 6-1693,-63-23 0,72 19 1784,2-1-1,-1-1 1,-26-19 0,31 18 1159,1-2 1,-18-17-1,-1-8 625,0-1 0,3-2 0,-42-68 0,35 47 0,2-1 0,-54-127 0,76 148 0,3-1 0,-14-61 0,23 75 0,1-1 0,0 0 0,3 1 0,1-48 0,3 50 0,0 0 0,2 0 0,1 1 0,1-1 0,1 1 0,1 1 0,22-46 0,-13 39 0,0 1 0,2 1 0,2 1 0,0 2 0,36-38 0,9 0 0,3 4 0,2 3 0,2 3 0,3 4 0,129-66 0,-8 31 0,-110 51 0,-20 11 0,94-23 0,73-2 0,-208 46 0,10-1 0,1 2 0,0 2 0,0 2 0,0 2 0,0 1 0,74 18 0,-43-2 0,-1 4 0,118 58 0,-126-48 0,-1 3 0,-2 2 0,94 84 0,-102-75 0,74 89 0,-90-96 0,-2-3 0,0 1 0,44 76 0,-46-61 2648,40 70 10816,-44-79-11829,-13-21-3738,0 1-1,-2 0 1,15 48-1,12 81-7101,-34-137 9077,1 1 128,-2-1 0,0 1 0,-1 0 0,0 0 0,-1 0 0,-1 0 0,0 0 0,-1 0 0,-1-1 0,-1 1 0,0-1 0,0 0 0,-2 0 0,0 0 0,0-1 0,-1 0 0,-1 0 0,-1-1 0,-10 14 0,-21 20 2646,28-36-1132,0-1 1,0-1-1,-1 0 1,0 0-1,-1-2 1,1 0-1,-19 7 1,26-12-1587,-2-1 0,1-1 0,0 1-1,0-1 1,-9 0 0,3-2-1102,1 0 0,0 0-1,0-1 1,-22-8 0,13 3-518,0-2 1,0-1-1,1-1 0,-22-15 1,35 19 1691,0-1 0,0 0 0,1 0 0,-1 0 0,1-1 0,1 0 0,0 0 0,0 0 0,-5-14 0,-7-13 0,11 24 2001,0-8 5496,0 1-725,1 7-5020,-8-16-1752,11 24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0 898 8192,'1'-3'14771,"2"-5"-11520,20-29-4041,2 2 0,1 0 0,1 2 0,58-55 0,-62 67-47,1 2 0,1 1 1,1 1-1,0 1 0,1 2 0,0 1 1,42-14-1,-20 12-1694,68-31 1,-104 40 2319,0-1 0,0-1 1,-1 0-1,0 0 1,0-1-1,-1-1 0,0-1 1,0 1-1,-1-2 0,9-13 1,1-14 2084,-15 27-90,-1-1 0,0 0 1,3-19-1,-6 21-357,1-1 0,-1 0 1,-1 1-1,-1-15 0,0 19-1052,0-1 0,0 1 0,0 0 0,-3-7 0,2 8-375,0 0 0,0 1 0,0-1 0,-1 1 0,1 0 0,-1 0 0,0 0 0,0 0 0,-1 1 0,0-1 0,1 1 0,-1 0 0,0 0 0,-1 0 0,1 1 0,-1 0 0,1 0 0,-1 0 0,0 0 0,0 1 0,0 0 0,-8-2 0,-40-10-1875,37 12 184,-1 0-1,1 1 1,-1 1-1,0 1 1,1 1 0,-1 0-1,-16 6 1,-30 14-925,11 2 2885,1 2 0,1 3 0,1 2 0,-55 46 0,99-72-298,0-1 1,0 1-1,0 1 0,0-1 1,1 1-1,0 0 0,0 0 0,1 1 1,-1-1-1,1 1 0,0 0 1,-3 10-1,5-12 56,1-1-1,-1 1 1,0-1 0,1 1 0,0 0-1,0-1 1,0 1 0,1-1-1,-1 1 1,1 0 0,0-1 0,0 0-1,0 1 1,1-1 0,-1 0-1,1 1 1,0-1 0,0 0 0,1 0-1,-1-1 1,4 5 0,-2-3 724,0 0 1,0-1 0,0 1-1,0-1 1,1 0 0,-1-1-1,1 1 1,0-1 0,0 0-1,9 3 1,-6-3 419,1-1-1,-1 0 1,1-1-1,0 0 1,0 0-1,10-2 1,-11 1-1750,42 1-13257,-30 3 10488,-13-2 3089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8192,'9'-9'14771,"-2"4"-11520,-5 5-3251,1-1 0,-1 0 0,0 1 0,0-1 0,1 1 0,-1 0 0,0 0 0,1 0 0,-1 0 0,0 0 0,1 0 0,-1 1 0,0 0 0,0-1 0,1 1 0,-1 0 0,0 0 0,0 0 0,0 0 0,0 1 0,0-1 0,0 0 0,0 1 0,-1 0 0,1-1 0,0 1 0,-1 0 0,1 0 0,-1 0 0,0 0 0,2 4 0,2 5 0,-2-1 0,1 1 0,-1 0 0,-1 0 0,3 19 0,-3-14 0,2 2-1621,1 0 0,1-1 0,1 0 1,0 0-1,12 21 0,-13-25 489,-2-8-145,-1 1-1,1 0 1,0-1-1,6 7 1,22 17-123,42 19 5627,-27-20-2564,19 12-4953,30 22 1312,-87-55 1978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8:00:54.231"/>
    </inkml:context>
    <inkml:brush xml:id="br0">
      <inkml:brushProperty name="width" value="0.1" units="cm"/>
      <inkml:brushProperty name="height" value="0.1" units="cm"/>
      <inkml:brushProperty name="color" value="#AEAEAE"/>
    </inkml:brush>
  </inkml:definitions>
  <inkml:trace contextRef="#ctx0" brushRef="#br0">1 23 8192,'0'0'18022,"0"0"-18022,0 0 0,0 0 0,41-4 0,14-5-25,0 4 0,0 1 0,1 3 0,0 3 0,-1 2 0,1 2 0,-2 3 0,1 2 0,-1 2 0,-1 3 1,0 2-1,55 28 0,-90-37 90,-2 0-1,1 1 1,-1 1 0,23 21 0,-34-28-65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8:01:00.288"/>
    </inkml:context>
    <inkml:brush xml:id="br0">
      <inkml:brushProperty name="width" value="0.1" units="cm"/>
      <inkml:brushProperty name="height" value="0.1" units="cm"/>
      <inkml:brushProperty name="color" value="#AEAEAE"/>
    </inkml:brush>
  </inkml:definitions>
  <inkml:trace contextRef="#ctx0" brushRef="#br0">0 333 8192,'0'0'18022,"0"0"-18022,0 0 0,0 0 0,0 0 0,29 0 0,44 9 0,-62-7 0,1 0 0,0 0 0,0-1 0,0 0 0,0-1 0,-1 0 0,1-1 0,19-4 0,-28 4 0,-1 0 0,0-1 0,1 0 0,-1 1 0,0-1 0,0 0 0,0 0 0,0 0 0,0 0 0,0-1 0,-1 1 0,1 0 0,-1-1 0,0 1 0,2-5 0,17-48 0,-14 38 0,9-32-3479,12-65 1,-16 59 1333,-7 38 1342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7:52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1162 8192,'0'0'18022,"-6"-11"-18022,0-5 0,2 0 0,0-1 0,0 0 0,2 0 0,-2-29 0,8-90 0,-3 116 0,5-74 0,5-1 0,4 1 0,30-104 0,-37 171-532,2 0 0,0 1 0,1 0 0,2 1 0,1 0 0,24-32 0,-28 43 9,2 0 0,-1 1 0,2 1 0,0 0 0,0 1 0,1 0 0,1 1 0,0 1 0,0 0 0,0 0 0,24-7 0,-16 8-2091,0 2 0,37-6 0,-37 10 2507,-1 0 0,1 1-1,22 3 1,-28-1 1128,1 2 0,-1 0 0,0 1 0,22 8 0,-26-7 231,-1 1-1,0 0 0,0 0 1,0 2-1,-1-1 1,12 11-1,1 4-3139,-1 1 1,-1 1-1,24 32 0,-33-37 878,0 2-1,-1-1 0,-1 1 0,-1 1 0,9 25 0,-16-35 1671,0 0-1,-1 0 1,0 0 0,-1 1 0,0-1-1,0 0 1,-2 0 0,1 1 0,-2-2 0,-2 14-1,0-9 568,0 0-1,-1-1 1,-10 22-1,-14 15-1067,21-40-1920,0-1 1,-1 0 0,-1 0 0,1-1-1,-2 0 1,-18 13 0,18-14 1760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7:52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1413 158 8192,'-3'0'1395,"-1"1"0,1-1 1,0 1-1,0 0 0,0 0 1,0 0-1,-1 1 0,-3 2 0,-15 9 3062,9-5-3449,-2 2-1008,2 0 0,0 1 0,0 0 0,1 1 0,-12 14 0,10-9 0,-2-1 0,-22 17 0,-256 167 0,263-182-754,-1-2 0,0-1 0,-2-2 0,-55 16 0,41-18-1417,0-2 0,-91 5 0,85-13-5493,0-3 9226,39 0 1644,-1 0 0,1-1 1,0-1-1,-28-10 0,28 8-3989,-25-16 0,26 12-898,-1-1 1,2 0-1,-1-1 1,1 0-1,1-1 0,0-1 1,-17-25-1,20 24 795,0-1 1,-8-19-1,14 27 1540,1 1 0,0-1 0,-2-10 0,2 6 1037,1 0 1,0 0-1,1 0 0,1 0 1,-1 0-1,2 0 1,2-13-1,8-9 184,-7 24-2344,0 2 0,1-1 1,12-16-1,-8 14-958,0 1 0,1 1-1,0-1 1,18-11 0,-9 9-952,0 1 0,25-10 0,12 0 505,-16 8 1874,0 2 0,1 1 0,54-4 0,-77 12 369,132-5 11778,-146 7-7743,-1 0-3302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7:52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8192,'0'0'18022,"0"0"-18022,0 0 0,0 0 0,1-2 0,1 1 0,-1-1 0,0 1 0,1 0 0,-1-1 0,1 1 0,-1 0 0,1 0 0,3-2 0,-4 3 0,6-4 0,0 1 0,1 0 0,-1 0 0,1 1 0,15-3 0,42-2 0,-12 2 0,-10-1 0,0 3 0,68 1 0,-85 4 0,0 1 0,0 1 0,-1 1 0,1 1 0,37 16 0,-25-7 0,0 3 0,-1 1 0,0 2 0,-2 1 0,50 41 0,-75-54-375,0 2 0,0-1 0,-1 2 0,8 11 0,-7-6-1052,0 0 0,-2 1-1,1 0 1,8 32 0,-9-22-952,-1 2 0,3 43 0,-6 12 505,-4-55 1937,-2-1 0,0 0-1,-2 1 1,-1-1 0,-18 54 0,20-75 1983,-1 0 1,1-1-1,-2 1 0,-5 8 1,3-7-1276,-1 1 0,-12 11 0,-21 13-4748,-2-4-4662,28-21 8585,0 0-1,-1-1 0,0-1 0,0 0 1,0-1-1,-25 5 0,29-9 62,0 0 0,-1-1 0,2 0 0,-2-1 0,1 0 0,0-1 0,0-1 0,-1 0 0,2-1 0,-13-4 0,-33-14 1337,1-4-1,1-2 1,-58-39 0,89 50 1185,1 0 1,0-2-1,1 0 0,-38-43 1,40 41-2530,13 13 0,0 0 0,1-1 0,-6-7 0,10 11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1415 8192,'0'0'18022,"0"0"-18022,0 0 0,0 0 0,0 0 0,-2 0 0,0-1 0,0 1 0,0-1 0,-1 0 0,1 0 0,0 0 0,0 0 0,1-1 0,-1 1 0,0-1 0,0 1 0,0-1 0,1 1 0,-1-1 0,1 0 0,0 0 0,-1 0 0,-1-2 0,-20-41 0,17 33-45,-9-21-1938,-17-56 1,29 77 1304,-1 0 1,3-1-1,-1 1 1,0-1-1,1 1 0,1-1 1,0 1-1,3-20 1,-2 22 447,1 0 1,0 1-1,0-1 1,2 1 0,-1-1-1,1 2 1,-3 4 133</inkml:trace>
  <inkml:trace contextRef="#ctx0" brushRef="#br0" timeOffset="1">796 1113 8192,'61'47'0,"-35"-30"0,0-1 0,1-1 0,1-2 0,0-1 0,0-1 0,1-2 0,0-1 0,1-2 0,-1-1 0,60 2 0,122-16 0,-176 5 0,0-2 0,-1-2 0,66-24 0,-24 2 1024,128-60 7169</inkml:trace>
  <inkml:trace contextRef="#ctx0" brushRef="#br0" timeOffset="2">2140 887 22125,'36'-84'-6037,"-26"59"4510,0-1 820,-2 1-1,-1-2 0,0 1 0,-2-1 1,-1 0-1,0-1 0,-2 1 0,-2-35 1,1 34 707,-2 0 0,0 0 0,-2 0 0,-1 0 0,-1 1 0,-1 0 0,-1 0 0,-15-36 0,22 62 0,-6-14 1863,0 0 0,-2 0-1,0 0 1,0 1 0,-16-21-1,16 26-2166,-1 0-1,-15-11 0,8 9-1406,0 1 1,0 0 0,-1 1-1,-1 1 1,-17-5 0,19 9 1710,1 2 0,-1 0 0,1 1 0,-1 1 0,-19 2 0,-7 0 0,29-2 0,1 2 0,-1 0 0,0 0 0,1 2 0,0-1 0,-20 10 0,-69 42 0,78-42 0,5-2 0</inkml:trace>
  <inkml:trace contextRef="#ctx0" brushRef="#br0" timeOffset="3">1334 352 11771,'-28'39'4922,"16"-22"2182,1-1-3939,-13 20-7197,20-31 1125,1 1 0,1 0 0,-1 0 0,-3 11 0,-54 167 2704,58-179 203,1-3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8192,'13'0'14771,"-3"-2"-11520,37-16-3251,-35 12 0,1 1 0,17-4 0,-6 4-1132,0 1 0,1 0 1,0 3-1,-1 0 1,1 1-1,-1 2 0,0 1 1,42 10-1,-2 8-1036,65 25-1748,-114-40 3666,0 1-1,0 2 1,-1 0-1,0 0 1,-1 2-1,15 12 1,-19-13 1661,1 0 1,0 1 0,-2 1 0,1-1-1,-1 1 1,6 13 0,-12-21-598,-2 0 0,1-1 0,0 0 0,-1 1 0,1-1 0,-1 1 0,0-1 0,0 1 0,-1 3 0,1-4-814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8192,'0'0'18022,"0"0"-18022,0 0 0,0 0 0,19-7 0,3-2 0,-1 0 0,35-24 0,-47 27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8192,'0'0'18022,"0"0"-18022,0 0 0,0 0 0,0 0 0,0 0 0,0 0 0,0 0 0,21-2 0,29-12 0,36-7 0,-44 6 0,-36 13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1889 0 8192,'-14'18'9954,"1"-2"-4137,-4-2-3566,-114 64-2251,96-58 0,-4 2-27,-194 100-2160,192-105-2593,0-2 0,-48 9-1,47-16 3314,22-5 1467,-1-1 0,1-1 0,0-1 0,-1-1 0,1-1 0,0-1 0,0-1 0,0 0 0,1-2 0,-1-1 0,1 0 0,0-2 0,1 0 0,0-2 0,0 0 0,1-1 0,0-1 0,-16-17 0,5 4 0,0 0 0,-58-38 0,65 52 0,-1 0 0,0 1 0,0 2 0,-1 0 0,-32-6 0,22 8 109,-1 1 1,1 2 0,-1 2-1,-35 3-5</inkml:trace>
  <inkml:trace contextRef="#ctx0" brushRef="#br0" timeOffset="1">53 162 9009,'-6'9'-34,"1"2"-5,0-1 0,0 1-1,1 0 1,0 1 0,-4 21 0,3-9-52,1 0-1,1 0 1,1 0 0,1 0-1,3 48 1,-1-63 493,0 1 1,1-1-1,1 1 1,-1-1-1,1 0 1,0 0 0,1 0-1,0-1 1,1 0-1,-1 1 1,1-2-1,0 1 1,1 0-1,0-1 1,0-1-1,1 1 1,13 11-1,-10-12 216,-1 1 0,1-1 0,0-1 0,0 0 0,1 0 0,0-1 0,14 3 0,-14-5-571,-4-1-19</inkml:trace>
  <inkml:trace contextRef="#ctx0" brushRef="#br0" timeOffset="2">493 512 25933,'9'-13'34,"0"-4"7,0-1 0,0 1 0,-2-2 0,0 1 0,8-30 1,-14 36-42,1-1 0,-2 1 0,0-21 0,0 19 0,0 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8192,'0'0'18022,"0"0"-18022,9-18 0,-3 6 0,1 0 0,1 1 0,0 1 0,0-1 0,1 1 0,0 1 0,1 0 0,0 0 0,0 1 0,0 1 0,1 0 0,0 0 0,0 1 0,1 1 0,0 0 0,0 0 0,21-3 0,-27 7 0,1 1 0,-1 0 0,1 1 0,-1 0 0,1 0 0,-1 1 0,1 0 0,-1 0 0,0 0 0,9 5 0,-8-3 0,0-1 0,0 0 0,0 0 0,1-1 0,-1-1 0,1 1 0,9 0 0,-11-2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1246 1839 8192,'0'0'18022,"0"0"-18022,0 0 0,0 0 0,3 10 0,6 10 0,-1 1 0,-1 1 0,-1-1 0,0 1 0,2 26 0,-7-38 0,0 0 0,-1 0 0,0-1 0,-1 1 0,0 0 0,0-1 0,-1 1 0,0-1 0,-1 1 0,0-1 0,0 0 0,-1 0 0,0 0 0,-8 12 0,4-9 0,0 0 0,-2-1 0,1 0 0,-1-1 0,-1 0 0,0-1 0,0 0 0,0-1 0,-1 0 0,0-1 0,0-1 0,-1 0 0,0-1 0,-21 6 0,5-4 0,-1-1 0,0-1 0,0-2 0,0-1 0,-47-5 0,-14-9-1875,57 6-1693,-63-23 0,72 19 1784,2-1-1,-1-1 1,-26-19 0,31 18 1159,1-2 1,-18-17-1,-1-8 625,0-1 0,3-2 0,-42-68 0,35 47 0,2-1 0,-54-127 0,76 148 0,3-1 0,-14-61 0,23 75 0,1-1 0,0 0 0,3 1 0,1-48 0,3 50 0,0 0 0,2 0 0,1 1 0,1-1 0,1 1 0,1 1 0,22-46 0,-13 39 0,0 1 0,2 1 0,2 1 0,0 2 0,36-38 0,9 0 0,3 4 0,2 3 0,2 3 0,3 4 0,129-66 0,-8 31 0,-110 51 0,-20 11 0,94-23 0,73-2 0,-208 46 0,10-1 0,1 2 0,0 2 0,0 2 0,0 2 0,0 1 0,74 18 0,-43-2 0,-1 4 0,118 58 0,-126-48 0,-1 3 0,-2 2 0,94 84 0,-102-75 0,74 89 0,-90-96 0,-2-3 0,0 1 0,44 76 0,-46-61 2648,40 70 10816,-44-79-11829,-13-21-3738,0 1-1,-2 0 1,15 48-1,12 81-7101,-34-137 9077,1 1 128,-2-1 0,0 1 0,-1 0 0,0 0 0,-1 0 0,-1 0 0,0 0 0,-1 0 0,-1-1 0,-1 1 0,0-1 0,0 0 0,-2 0 0,0 0 0,0-1 0,-1 0 0,-1 0 0,-1-1 0,-10 14 0,-21 20 2646,28-36-1132,0-1 1,0-1-1,-1 0 1,0 0-1,-1-2 1,1 0-1,-19 7 1,26-12-1587,-2-1 0,1-1 0,0 1-1,0-1 1,-9 0 0,3-2-1102,1 0 0,0 0-1,0-1 1,-22-8 0,13 3-518,0-2 1,0-1-1,1-1 0,-22-15 1,35 19 1691,0-1 0,0 0 0,1 0 0,-1 0 0,1-1 0,1 0 0,0 0 0,0 0 0,-5-14 0,-7-13 0,11 24 2001,0-8 5496,0 1-725,1 7-5020,-8-16-1752,11 24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0 898 8192,'1'-3'14771,"2"-5"-11520,20-29-4041,2 2 0,1 0 0,1 2 0,58-55 0,-62 67-47,1 2 0,1 1 1,1 1-1,0 1 0,1 2 0,0 1 1,42-14-1,-20 12-1694,68-31 1,-104 40 2319,0-1 0,0-1 1,-1 0-1,0 0 1,0-1-1,-1-1 0,0-1 1,0 1-1,-1-2 0,9-13 1,1-14 2084,-15 27-90,-1-1 0,0 0 1,3-19-1,-6 21-357,1-1 0,-1 0 1,-1 1-1,-1-15 0,0 19-1052,0-1 0,0 1 0,0 0 0,-3-7 0,2 8-375,0 0 0,0 1 0,0-1 0,-1 1 0,1 0 0,-1 0 0,0 0 0,0 0 0,-1 1 0,0-1 0,1 1 0,-1 0 0,0 0 0,-1 0 0,1 1 0,-1 0 0,1 0 0,-1 0 0,0 0 0,0 1 0,0 0 0,-8-2 0,-40-10-1875,37 12 184,-1 0-1,1 1 1,-1 1-1,0 1 1,1 1 0,-1 0-1,-16 6 1,-30 14-925,11 2 2885,1 2 0,1 3 0,1 2 0,-55 46 0,99-72-298,0-1 1,0 1-1,0 1 0,0-1 1,1 1-1,0 0 0,0 0 0,1 1 1,-1-1-1,1 1 0,0 0 1,-3 10-1,5-12 56,1-1-1,-1 1 1,0-1 0,1 1 0,0 0-1,0-1 1,0 1 0,1-1-1,-1 1 1,1 0 0,0-1 0,0 0-1,0 1 1,1-1 0,-1 0-1,1 1 1,0-1 0,0 0 0,1 0-1,-1-1 1,4 5 0,-2-3 724,0 0 1,0-1 0,0 1-1,0-1 1,1 0 0,-1-1-1,1 1 1,0-1 0,0 0-1,9 3 1,-6-3 419,1-1-1,-1 0 1,1-1-1,0 0 1,0 0-1,10-2 1,-11 1-1750,42 1-13257,-30 3 10488,-13-2 3089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7:59:50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8192,'9'-9'14771,"-2"4"-11520,-5 5-3251,1-1 0,-1 0 0,0 1 0,0-1 0,1 1 0,-1 0 0,0 0 0,1 0 0,-1 0 0,0 0 0,1 0 0,-1 1 0,0 0 0,0-1 0,1 1 0,-1 0 0,0 0 0,0 0 0,0 0 0,0 1 0,0-1 0,0 0 0,0 1 0,-1 0 0,1-1 0,0 1 0,-1 0 0,1 0 0,-1 0 0,0 0 0,2 4 0,2 5 0,-2-1 0,1 1 0,-1 0 0,-1 0 0,3 19 0,-3-14 0,2 2-1621,1 0 0,1-1 0,1 0 1,0 0-1,12 21 0,-13-25 489,-2-8-145,-1 1-1,1 0 1,0-1-1,6 7 1,22 17-123,42 19 5627,-27-20-2564,19 12-4953,30 22 1312,-87-55 1978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8:00:54.231"/>
    </inkml:context>
    <inkml:brush xml:id="br0">
      <inkml:brushProperty name="width" value="0.1" units="cm"/>
      <inkml:brushProperty name="height" value="0.1" units="cm"/>
      <inkml:brushProperty name="color" value="#AEAEAE"/>
    </inkml:brush>
  </inkml:definitions>
  <inkml:trace contextRef="#ctx0" brushRef="#br0">1 23 8192,'0'0'18022,"0"0"-18022,0 0 0,0 0 0,41-4 0,14-5-25,0 4 0,0 1 0,1 3 0,0 3 0,-1 2 0,1 2 0,-2 3 0,1 2 0,-1 2 0,-1 3 1,0 2-1,55 28 0,-90-37 90,-2 0-1,1 1 1,-1 1 0,23 21 0,-34-28-65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08:01:00.288"/>
    </inkml:context>
    <inkml:brush xml:id="br0">
      <inkml:brushProperty name="width" value="0.1" units="cm"/>
      <inkml:brushProperty name="height" value="0.1" units="cm"/>
      <inkml:brushProperty name="color" value="#AEAEAE"/>
    </inkml:brush>
  </inkml:definitions>
  <inkml:trace contextRef="#ctx0" brushRef="#br0">0 333 8192,'0'0'18022,"0"0"-18022,0 0 0,0 0 0,0 0 0,29 0 0,44 9 0,-62-7 0,1 0 0,0 0 0,0-1 0,0 0 0,0-1 0,-1 0 0,1-1 0,19-4 0,-28 4 0,-1 0 0,0-1 0,1 0 0,-1 1 0,0-1 0,0 0 0,0 0 0,0 0 0,0 0 0,0-1 0,-1 1 0,1 0 0,-1-1 0,0 1 0,2-5 0,17-48 0,-14 38 0,9-32-3479,12-65 1,-16 59 1333,-7 38 1342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4DD7-B597-5B3B-F827-445A9A70E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840E9-5582-6239-7782-342FC0B81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D9B2F-984A-FCEC-DCA8-75902419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6E9D0-4334-C340-9319-DC7F41E1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F446A-D812-EC54-2CBE-A40FCF02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430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E314-9684-0CCC-D9A4-18B8F5991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CADE5-40A7-92DE-F4FF-1DA245737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A5FDB-74E7-0597-AE3E-DE907CAF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45DC9-CAA9-F1C4-4C33-D7E40BDF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10B8E-188D-41AB-219E-26FFBAE4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82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8C874-F9EF-403B-CF8B-669550C9B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20E96-1856-2513-C6C7-823693B50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20A7F-D04E-8D1E-B310-C89EF39E0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92B4A-A46B-3FBA-D95A-D2F1124A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E0861-7E4A-FB3D-A32A-142749C18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3180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659A1-A118-170B-1A14-C5BBDE36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69A61-EAE9-C5F0-3C2B-028B776A5D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10CED-D471-6FAA-4445-CD354CA82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44094-6DF3-E8B3-B5EB-CE634BEF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5E4EB-A521-5CAF-40B7-EBDA18B7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47A97-EC7B-8508-9D30-80344E08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528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DB18-EE05-D00F-8433-14EBE63A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687DE-9C1A-ED1F-6292-15F074475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C81CD-EC2B-CCD9-CA59-6B6C1157C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5E80FD-A0BA-3E4E-BCC3-E1929A5BF8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B3E95-C4B3-8F52-72C7-3A2A6B5A6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0D9E0-B491-7927-681D-B346D9885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53593-FBB3-8B4C-5E68-23E5DC6E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DD62D1-6542-D19D-042B-A514C7975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859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C705-70AC-71B9-6CC8-1B64A6E21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40ACA-A218-213C-E62B-932CCE63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5C5D2-DBAF-F1AD-5C58-A3325E976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A5F0F-205A-61DF-1C39-89CD447AA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061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11DD7-8EAB-77A4-D04A-29512DC9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A5179-761D-ABCA-B9FD-B129E9D6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1C6AC-7FDD-AF34-8AD7-CB4787FE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129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2044-A52B-51FE-7AD2-842742C1C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BCAF6-0E67-7D5A-6968-3AFC29B50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426BC-8666-CC22-D549-E37F14951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C200E-4F38-4527-2DF2-3DD3EE50C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9BCE-2203-D302-9488-AD86C6F88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B5D84-6635-A5B8-70AF-C6D239C2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508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9488C-8EBE-AD88-FB2C-4A2DBAC0E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E52DF8-935D-C6A1-F6EC-F76F9F6E9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343FC-7D38-F60D-4E81-064F2C5F8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A6D71-E3A0-1074-AB6A-97657209D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C50D4-6D9B-FC84-07B8-B5DE8624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18D29-E147-8EE7-6B45-47D17E916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0911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7D336-5146-29C2-6886-3AD829F5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D709F-D52D-7D59-9D92-3B0C3499D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46012-659E-4C60-96D4-F18AFA64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A8BE2-96DE-BB63-0494-29F6613F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0A7A1-BEE2-FA88-0A62-8E840B18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777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169CF5-389B-E3E7-FC7E-4CF4C2510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049AA-C734-1D82-A598-4CDB930F8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292DA-643B-D013-91EB-EA841194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9EE0C-B505-C1B3-B681-0F26BFDA3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AEC4F-41B7-A466-CD46-D8235B87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277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724A9-AAA1-766A-E427-3C17B03D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0C403-8717-D524-3B33-9C7E2F804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1CA9D-B03C-3974-BB36-C34067B83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571EF-90C8-4CAB-A277-C244C2CA74AC}" type="datetimeFigureOut">
              <a:rPr lang="es-MX" smtClean="0"/>
              <a:t>27/11/2025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3EC7A-10E1-EB2D-7E6D-24E6AF11D9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F3ECC-2D34-FC45-7CDE-708BB18D1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3696B-0FD0-4E57-B6EE-9AB4FA33ACB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344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1" Type="http://schemas.openxmlformats.org/officeDocument/2006/relationships/customXml" Target="../ink/ink2.xml"/><Relationship Id="rId72" Type="http://schemas.openxmlformats.org/officeDocument/2006/relationships/image" Target="../media/image12.png"/><Relationship Id="rId3" Type="http://schemas.openxmlformats.org/officeDocument/2006/relationships/customXml" Target="../ink/ink1.xml"/><Relationship Id="rId50" Type="http://schemas.openxmlformats.org/officeDocument/2006/relationships/image" Target="../media/image25.png"/><Relationship Id="rId55" Type="http://schemas.openxmlformats.org/officeDocument/2006/relationships/customXml" Target="../ink/ink4.xml"/><Relationship Id="rId63" Type="http://schemas.openxmlformats.org/officeDocument/2006/relationships/customXml" Target="../ink/ink8.xml"/><Relationship Id="rId68" Type="http://schemas.openxmlformats.org/officeDocument/2006/relationships/image" Target="../media/image10.png"/><Relationship Id="rId76" Type="http://schemas.openxmlformats.org/officeDocument/2006/relationships/image" Target="../media/image14.png"/><Relationship Id="rId59" Type="http://schemas.openxmlformats.org/officeDocument/2006/relationships/customXml" Target="../ink/ink6.xml"/><Relationship Id="rId67" Type="http://schemas.openxmlformats.org/officeDocument/2006/relationships/customXml" Target="../ink/ink10.xml"/><Relationship Id="rId71" Type="http://schemas.openxmlformats.org/officeDocument/2006/relationships/customXml" Target="../ink/ink12.xml"/><Relationship Id="rId2" Type="http://schemas.openxmlformats.org/officeDocument/2006/relationships/image" Target="../media/image2.png"/><Relationship Id="rId54" Type="http://schemas.openxmlformats.org/officeDocument/2006/relationships/image" Target="../media/image3.png"/><Relationship Id="rId62" Type="http://schemas.openxmlformats.org/officeDocument/2006/relationships/image" Target="../media/image7.png"/><Relationship Id="rId70" Type="http://schemas.openxmlformats.org/officeDocument/2006/relationships/image" Target="../media/image11.png"/><Relationship Id="rId75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53" Type="http://schemas.openxmlformats.org/officeDocument/2006/relationships/customXml" Target="../ink/ink3.xml"/><Relationship Id="rId58" Type="http://schemas.openxmlformats.org/officeDocument/2006/relationships/image" Target="../media/image5.png"/><Relationship Id="rId66" Type="http://schemas.openxmlformats.org/officeDocument/2006/relationships/image" Target="../media/image9.png"/><Relationship Id="rId74" Type="http://schemas.openxmlformats.org/officeDocument/2006/relationships/image" Target="../media/image13.png"/><Relationship Id="rId57" Type="http://schemas.openxmlformats.org/officeDocument/2006/relationships/customXml" Target="../ink/ink5.xml"/><Relationship Id="rId61" Type="http://schemas.openxmlformats.org/officeDocument/2006/relationships/customXml" Target="../ink/ink7.xml"/><Relationship Id="rId52" Type="http://schemas.openxmlformats.org/officeDocument/2006/relationships/image" Target="../media/image26.png"/><Relationship Id="rId60" Type="http://schemas.openxmlformats.org/officeDocument/2006/relationships/image" Target="../media/image6.png"/><Relationship Id="rId65" Type="http://schemas.openxmlformats.org/officeDocument/2006/relationships/customXml" Target="../ink/ink9.xml"/><Relationship Id="rId73" Type="http://schemas.openxmlformats.org/officeDocument/2006/relationships/customXml" Target="../ink/ink13.xml"/><Relationship Id="rId56" Type="http://schemas.openxmlformats.org/officeDocument/2006/relationships/image" Target="../media/image4.png"/><Relationship Id="rId64" Type="http://schemas.openxmlformats.org/officeDocument/2006/relationships/image" Target="../media/image8.png"/><Relationship Id="rId69" Type="http://schemas.openxmlformats.org/officeDocument/2006/relationships/customXml" Target="../ink/ink11.xml"/></Relationships>
</file>

<file path=ppt/slides/_rels/slide3.xml.rels><?xml version="1.0" encoding="UTF-8" standalone="yes"?>
<Relationships xmlns="http://schemas.openxmlformats.org/package/2006/relationships"><Relationship Id="rId51" Type="http://schemas.openxmlformats.org/officeDocument/2006/relationships/customXml" Target="../ink/ink16.xml"/><Relationship Id="rId72" Type="http://schemas.openxmlformats.org/officeDocument/2006/relationships/image" Target="../media/image12.png"/><Relationship Id="rId3" Type="http://schemas.openxmlformats.org/officeDocument/2006/relationships/customXml" Target="../ink/ink15.xml"/><Relationship Id="rId50" Type="http://schemas.openxmlformats.org/officeDocument/2006/relationships/image" Target="../media/image25.png"/><Relationship Id="rId55" Type="http://schemas.openxmlformats.org/officeDocument/2006/relationships/customXml" Target="../ink/ink18.xml"/><Relationship Id="rId63" Type="http://schemas.openxmlformats.org/officeDocument/2006/relationships/customXml" Target="../ink/ink22.xml"/><Relationship Id="rId68" Type="http://schemas.openxmlformats.org/officeDocument/2006/relationships/image" Target="../media/image10.png"/><Relationship Id="rId76" Type="http://schemas.openxmlformats.org/officeDocument/2006/relationships/image" Target="../media/image14.png"/><Relationship Id="rId59" Type="http://schemas.openxmlformats.org/officeDocument/2006/relationships/customXml" Target="../ink/ink20.xml"/><Relationship Id="rId67" Type="http://schemas.openxmlformats.org/officeDocument/2006/relationships/customXml" Target="../ink/ink24.xml"/><Relationship Id="rId71" Type="http://schemas.openxmlformats.org/officeDocument/2006/relationships/customXml" Target="../ink/ink26.xml"/><Relationship Id="rId2" Type="http://schemas.openxmlformats.org/officeDocument/2006/relationships/image" Target="../media/image2.png"/><Relationship Id="rId54" Type="http://schemas.openxmlformats.org/officeDocument/2006/relationships/image" Target="../media/image3.png"/><Relationship Id="rId62" Type="http://schemas.openxmlformats.org/officeDocument/2006/relationships/image" Target="../media/image7.png"/><Relationship Id="rId70" Type="http://schemas.openxmlformats.org/officeDocument/2006/relationships/image" Target="../media/image11.png"/><Relationship Id="rId75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53" Type="http://schemas.openxmlformats.org/officeDocument/2006/relationships/customXml" Target="../ink/ink17.xml"/><Relationship Id="rId58" Type="http://schemas.openxmlformats.org/officeDocument/2006/relationships/image" Target="../media/image5.png"/><Relationship Id="rId66" Type="http://schemas.openxmlformats.org/officeDocument/2006/relationships/image" Target="../media/image9.png"/><Relationship Id="rId74" Type="http://schemas.openxmlformats.org/officeDocument/2006/relationships/image" Target="../media/image13.png"/><Relationship Id="rId57" Type="http://schemas.openxmlformats.org/officeDocument/2006/relationships/customXml" Target="../ink/ink19.xml"/><Relationship Id="rId61" Type="http://schemas.openxmlformats.org/officeDocument/2006/relationships/customXml" Target="../ink/ink21.xml"/><Relationship Id="rId52" Type="http://schemas.openxmlformats.org/officeDocument/2006/relationships/image" Target="../media/image26.png"/><Relationship Id="rId60" Type="http://schemas.openxmlformats.org/officeDocument/2006/relationships/image" Target="../media/image6.png"/><Relationship Id="rId65" Type="http://schemas.openxmlformats.org/officeDocument/2006/relationships/customXml" Target="../ink/ink23.xml"/><Relationship Id="rId73" Type="http://schemas.openxmlformats.org/officeDocument/2006/relationships/customXml" Target="../ink/ink27.xml"/><Relationship Id="rId56" Type="http://schemas.openxmlformats.org/officeDocument/2006/relationships/image" Target="../media/image4.png"/><Relationship Id="rId64" Type="http://schemas.openxmlformats.org/officeDocument/2006/relationships/image" Target="../media/image8.png"/><Relationship Id="rId69" Type="http://schemas.openxmlformats.org/officeDocument/2006/relationships/customXml" Target="../ink/ink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F8C93E6-F262-DA3F-C305-FA2E943A5A97}"/>
              </a:ext>
            </a:extLst>
          </p:cNvPr>
          <p:cNvSpPr/>
          <p:nvPr/>
        </p:nvSpPr>
        <p:spPr>
          <a:xfrm>
            <a:off x="7238634" y="2689509"/>
            <a:ext cx="108000" cy="1080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711BF9-0740-202A-185F-F1DEC346F3A3}"/>
              </a:ext>
            </a:extLst>
          </p:cNvPr>
          <p:cNvSpPr txBox="1"/>
          <p:nvPr/>
        </p:nvSpPr>
        <p:spPr>
          <a:xfrm>
            <a:off x="774827" y="2099605"/>
            <a:ext cx="4892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50" dirty="0">
                <a:latin typeface="Bahnschrift" panose="020B0502040204020203" pitchFamily="34" charset="0"/>
              </a:rPr>
              <a:t>Input</a:t>
            </a: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ADEAA6A7-2ACB-0261-7ACE-139A626E7BF2}"/>
              </a:ext>
            </a:extLst>
          </p:cNvPr>
          <p:cNvSpPr/>
          <p:nvPr/>
        </p:nvSpPr>
        <p:spPr>
          <a:xfrm>
            <a:off x="1660357" y="2956318"/>
            <a:ext cx="313509" cy="18618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Parallelogram 59">
            <a:extLst>
              <a:ext uri="{FF2B5EF4-FFF2-40B4-BE49-F238E27FC236}">
                <a16:creationId xmlns:a16="http://schemas.microsoft.com/office/drawing/2014/main" id="{D3D3D4FC-2C0D-CD09-40E7-B071B93A9B69}"/>
              </a:ext>
            </a:extLst>
          </p:cNvPr>
          <p:cNvSpPr/>
          <p:nvPr/>
        </p:nvSpPr>
        <p:spPr>
          <a:xfrm rot="5400000">
            <a:off x="1646234" y="2928907"/>
            <a:ext cx="1062719" cy="211007"/>
          </a:xfrm>
          <a:prstGeom prst="parallelogram">
            <a:avLst>
              <a:gd name="adj" fmla="val 38514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3A0A98F-5487-FCC5-D908-11CBE2DA8141}"/>
              </a:ext>
            </a:extLst>
          </p:cNvPr>
          <p:cNvSpPr/>
          <p:nvPr/>
        </p:nvSpPr>
        <p:spPr>
          <a:xfrm>
            <a:off x="2412233" y="2857872"/>
            <a:ext cx="360000" cy="3600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7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BA74670-E8B1-CB91-66FA-F72E765C7386}"/>
              </a:ext>
            </a:extLst>
          </p:cNvPr>
          <p:cNvCxnSpPr>
            <a:cxnSpLocks/>
            <a:stCxn id="60" idx="0"/>
            <a:endCxn id="62" idx="1"/>
          </p:cNvCxnSpPr>
          <p:nvPr/>
        </p:nvCxnSpPr>
        <p:spPr>
          <a:xfrm>
            <a:off x="2283097" y="3034411"/>
            <a:ext cx="129136" cy="3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532A7ED-2F4D-77C3-4FDA-437107449083}"/>
              </a:ext>
            </a:extLst>
          </p:cNvPr>
          <p:cNvCxnSpPr>
            <a:cxnSpLocks/>
            <a:stCxn id="62" idx="3"/>
            <a:endCxn id="169" idx="1"/>
          </p:cNvCxnSpPr>
          <p:nvPr/>
        </p:nvCxnSpPr>
        <p:spPr>
          <a:xfrm>
            <a:off x="2772233" y="3037872"/>
            <a:ext cx="135140" cy="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5ED5EEC-0B59-1DAE-8212-D1D4982A3DC5}"/>
              </a:ext>
            </a:extLst>
          </p:cNvPr>
          <p:cNvSpPr txBox="1"/>
          <p:nvPr/>
        </p:nvSpPr>
        <p:spPr>
          <a:xfrm>
            <a:off x="3089991" y="2099605"/>
            <a:ext cx="24112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50" dirty="0" err="1">
                <a:latin typeface="Bahnschrift" panose="020B0502040204020203" pitchFamily="34" charset="0"/>
              </a:rPr>
              <a:t>Graph</a:t>
            </a:r>
            <a:r>
              <a:rPr lang="es-MX" sz="1050" dirty="0">
                <a:latin typeface="Bahnschrift" panose="020B0502040204020203" pitchFamily="34" charset="0"/>
              </a:rPr>
              <a:t> </a:t>
            </a:r>
            <a:r>
              <a:rPr lang="es-MX" sz="1050" dirty="0" err="1">
                <a:latin typeface="Bahnschrift" panose="020B0502040204020203" pitchFamily="34" charset="0"/>
              </a:rPr>
              <a:t>Convolutional</a:t>
            </a:r>
            <a:r>
              <a:rPr lang="es-MX" sz="1050" dirty="0">
                <a:latin typeface="Bahnschrift" panose="020B0502040204020203" pitchFamily="34" charset="0"/>
              </a:rPr>
              <a:t> Neural Network</a:t>
            </a: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A94B0550-B4CA-C775-983D-72678F85F2FD}"/>
              </a:ext>
            </a:extLst>
          </p:cNvPr>
          <p:cNvSpPr/>
          <p:nvPr/>
        </p:nvSpPr>
        <p:spPr>
          <a:xfrm>
            <a:off x="2907373" y="2858377"/>
            <a:ext cx="119725" cy="360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7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73" name="Parallelogram 172">
            <a:extLst>
              <a:ext uri="{FF2B5EF4-FFF2-40B4-BE49-F238E27FC236}">
                <a16:creationId xmlns:a16="http://schemas.microsoft.com/office/drawing/2014/main" id="{A035D688-413E-A442-4234-CE1572188BA5}"/>
              </a:ext>
            </a:extLst>
          </p:cNvPr>
          <p:cNvSpPr/>
          <p:nvPr/>
        </p:nvSpPr>
        <p:spPr>
          <a:xfrm rot="5400000">
            <a:off x="2797904" y="2928907"/>
            <a:ext cx="1062719" cy="211007"/>
          </a:xfrm>
          <a:prstGeom prst="parallelogram">
            <a:avLst>
              <a:gd name="adj" fmla="val 38514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682BD2DE-0294-4A2B-C9A1-3A7B0EF1EA7B}"/>
              </a:ext>
            </a:extLst>
          </p:cNvPr>
          <p:cNvSpPr/>
          <p:nvPr/>
        </p:nvSpPr>
        <p:spPr>
          <a:xfrm>
            <a:off x="3563903" y="2857872"/>
            <a:ext cx="360000" cy="3600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7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3F58AF9D-D53A-C58C-C61E-3C5019966343}"/>
              </a:ext>
            </a:extLst>
          </p:cNvPr>
          <p:cNvCxnSpPr>
            <a:cxnSpLocks/>
            <a:stCxn id="173" idx="0"/>
            <a:endCxn id="174" idx="1"/>
          </p:cNvCxnSpPr>
          <p:nvPr/>
        </p:nvCxnSpPr>
        <p:spPr>
          <a:xfrm>
            <a:off x="3434767" y="3034411"/>
            <a:ext cx="129136" cy="3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591A4E02-96F7-88D0-B29B-D6D614400346}"/>
              </a:ext>
            </a:extLst>
          </p:cNvPr>
          <p:cNvCxnSpPr>
            <a:cxnSpLocks/>
            <a:stCxn id="174" idx="3"/>
            <a:endCxn id="178" idx="1"/>
          </p:cNvCxnSpPr>
          <p:nvPr/>
        </p:nvCxnSpPr>
        <p:spPr>
          <a:xfrm>
            <a:off x="3923903" y="3037872"/>
            <a:ext cx="135140" cy="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312912ED-35F4-6DE3-F06B-C8C6901912BE}"/>
              </a:ext>
            </a:extLst>
          </p:cNvPr>
          <p:cNvSpPr/>
          <p:nvPr/>
        </p:nvSpPr>
        <p:spPr>
          <a:xfrm>
            <a:off x="4059043" y="2858377"/>
            <a:ext cx="119725" cy="360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7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79" name="Parallelogram 178">
            <a:extLst>
              <a:ext uri="{FF2B5EF4-FFF2-40B4-BE49-F238E27FC236}">
                <a16:creationId xmlns:a16="http://schemas.microsoft.com/office/drawing/2014/main" id="{E94CCBD9-6D54-FBCE-C91F-B798CB65D6C1}"/>
              </a:ext>
            </a:extLst>
          </p:cNvPr>
          <p:cNvSpPr/>
          <p:nvPr/>
        </p:nvSpPr>
        <p:spPr>
          <a:xfrm rot="5400000">
            <a:off x="3949575" y="2928907"/>
            <a:ext cx="1062719" cy="211007"/>
          </a:xfrm>
          <a:prstGeom prst="parallelogram">
            <a:avLst>
              <a:gd name="adj" fmla="val 38514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ED601C12-DD9A-946B-9C36-D5361DAB67E4}"/>
              </a:ext>
            </a:extLst>
          </p:cNvPr>
          <p:cNvSpPr/>
          <p:nvPr/>
        </p:nvSpPr>
        <p:spPr>
          <a:xfrm>
            <a:off x="4715574" y="2857872"/>
            <a:ext cx="360000" cy="3600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7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DB4B4341-1ACF-03BE-C8C0-7D42B2E6A518}"/>
              </a:ext>
            </a:extLst>
          </p:cNvPr>
          <p:cNvCxnSpPr>
            <a:cxnSpLocks/>
            <a:stCxn id="179" idx="0"/>
            <a:endCxn id="180" idx="1"/>
          </p:cNvCxnSpPr>
          <p:nvPr/>
        </p:nvCxnSpPr>
        <p:spPr>
          <a:xfrm>
            <a:off x="4586438" y="3034411"/>
            <a:ext cx="129136" cy="3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C0C31AC-EC04-1BB1-8E8B-EBA310CF469B}"/>
              </a:ext>
            </a:extLst>
          </p:cNvPr>
          <p:cNvCxnSpPr>
            <a:cxnSpLocks/>
            <a:stCxn id="180" idx="3"/>
            <a:endCxn id="184" idx="1"/>
          </p:cNvCxnSpPr>
          <p:nvPr/>
        </p:nvCxnSpPr>
        <p:spPr>
          <a:xfrm>
            <a:off x="5075574" y="3037872"/>
            <a:ext cx="135140" cy="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1DFA2E82-B928-61A8-9290-C2B337D03D5A}"/>
              </a:ext>
            </a:extLst>
          </p:cNvPr>
          <p:cNvSpPr/>
          <p:nvPr/>
        </p:nvSpPr>
        <p:spPr>
          <a:xfrm>
            <a:off x="5210714" y="2858377"/>
            <a:ext cx="119725" cy="360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7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85" name="Parallelogram 184">
            <a:extLst>
              <a:ext uri="{FF2B5EF4-FFF2-40B4-BE49-F238E27FC236}">
                <a16:creationId xmlns:a16="http://schemas.microsoft.com/office/drawing/2014/main" id="{8F9B2A0C-1233-68F7-B212-2D4F7C6DC5DE}"/>
              </a:ext>
            </a:extLst>
          </p:cNvPr>
          <p:cNvSpPr/>
          <p:nvPr/>
        </p:nvSpPr>
        <p:spPr>
          <a:xfrm rot="5400000">
            <a:off x="5101245" y="2928907"/>
            <a:ext cx="1062719" cy="211007"/>
          </a:xfrm>
          <a:prstGeom prst="parallelogram">
            <a:avLst>
              <a:gd name="adj" fmla="val 38514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D9A23843-E995-ECC7-E80A-21C21F5A1125}"/>
              </a:ext>
            </a:extLst>
          </p:cNvPr>
          <p:cNvSpPr/>
          <p:nvPr/>
        </p:nvSpPr>
        <p:spPr>
          <a:xfrm>
            <a:off x="5867244" y="2857872"/>
            <a:ext cx="360000" cy="3600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7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F42CA865-1BBE-225A-E605-295CB95F8D1D}"/>
              </a:ext>
            </a:extLst>
          </p:cNvPr>
          <p:cNvCxnSpPr>
            <a:cxnSpLocks/>
            <a:stCxn id="185" idx="0"/>
            <a:endCxn id="186" idx="1"/>
          </p:cNvCxnSpPr>
          <p:nvPr/>
        </p:nvCxnSpPr>
        <p:spPr>
          <a:xfrm>
            <a:off x="5738108" y="3034411"/>
            <a:ext cx="129136" cy="3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45A6AF54-7262-31C7-BA84-821CF207B7A2}"/>
              </a:ext>
            </a:extLst>
          </p:cNvPr>
          <p:cNvCxnSpPr>
            <a:cxnSpLocks/>
            <a:stCxn id="186" idx="3"/>
            <a:endCxn id="190" idx="1"/>
          </p:cNvCxnSpPr>
          <p:nvPr/>
        </p:nvCxnSpPr>
        <p:spPr>
          <a:xfrm>
            <a:off x="6227244" y="3037872"/>
            <a:ext cx="135140" cy="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8F19DE0F-2A60-0250-7907-635F625FE42A}"/>
              </a:ext>
            </a:extLst>
          </p:cNvPr>
          <p:cNvSpPr/>
          <p:nvPr/>
        </p:nvSpPr>
        <p:spPr>
          <a:xfrm>
            <a:off x="6362384" y="2858377"/>
            <a:ext cx="119725" cy="3600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7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41697AF0-E41E-01F9-991B-AC57573A0F62}"/>
              </a:ext>
            </a:extLst>
          </p:cNvPr>
          <p:cNvCxnSpPr>
            <a:cxnSpLocks/>
            <a:stCxn id="169" idx="3"/>
            <a:endCxn id="173" idx="4"/>
          </p:cNvCxnSpPr>
          <p:nvPr/>
        </p:nvCxnSpPr>
        <p:spPr>
          <a:xfrm flipV="1">
            <a:off x="3027098" y="3034411"/>
            <a:ext cx="196662" cy="3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6789ED75-E4D4-77A1-0B7E-C22E883EB6F8}"/>
              </a:ext>
            </a:extLst>
          </p:cNvPr>
          <p:cNvCxnSpPr>
            <a:cxnSpLocks/>
            <a:stCxn id="178" idx="3"/>
            <a:endCxn id="179" idx="4"/>
          </p:cNvCxnSpPr>
          <p:nvPr/>
        </p:nvCxnSpPr>
        <p:spPr>
          <a:xfrm flipV="1">
            <a:off x="4178768" y="3034411"/>
            <a:ext cx="196663" cy="3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D00CEAD9-A3E6-5A21-4EA4-A9606984BE12}"/>
              </a:ext>
            </a:extLst>
          </p:cNvPr>
          <p:cNvCxnSpPr>
            <a:cxnSpLocks/>
            <a:stCxn id="184" idx="3"/>
            <a:endCxn id="185" idx="4"/>
          </p:cNvCxnSpPr>
          <p:nvPr/>
        </p:nvCxnSpPr>
        <p:spPr>
          <a:xfrm flipV="1">
            <a:off x="5330439" y="3034411"/>
            <a:ext cx="196662" cy="3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Arrow: Right 199">
            <a:extLst>
              <a:ext uri="{FF2B5EF4-FFF2-40B4-BE49-F238E27FC236}">
                <a16:creationId xmlns:a16="http://schemas.microsoft.com/office/drawing/2014/main" id="{81280604-C539-F119-449D-B8F52EC0535F}"/>
              </a:ext>
            </a:extLst>
          </p:cNvPr>
          <p:cNvSpPr/>
          <p:nvPr/>
        </p:nvSpPr>
        <p:spPr>
          <a:xfrm>
            <a:off x="6844480" y="2952858"/>
            <a:ext cx="313509" cy="18618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A2E88E7-5FA3-5AAF-23CD-4D8D82F2FD3A}"/>
              </a:ext>
            </a:extLst>
          </p:cNvPr>
          <p:cNvGrpSpPr/>
          <p:nvPr/>
        </p:nvGrpSpPr>
        <p:grpSpPr>
          <a:xfrm>
            <a:off x="582149" y="2797559"/>
            <a:ext cx="929184" cy="520557"/>
            <a:chOff x="730194" y="1900236"/>
            <a:chExt cx="1612789" cy="858424"/>
          </a:xfrm>
        </p:grpSpPr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D7F474B-BF0B-BB45-806D-78D36F5658DA}"/>
                </a:ext>
              </a:extLst>
            </p:cNvPr>
            <p:cNvSpPr/>
            <p:nvPr/>
          </p:nvSpPr>
          <p:spPr>
            <a:xfrm>
              <a:off x="1081378" y="2258171"/>
              <a:ext cx="143123" cy="144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394336D-1DA3-91C7-EDC4-FBCB8FF969DA}"/>
                </a:ext>
              </a:extLst>
            </p:cNvPr>
            <p:cNvSpPr/>
            <p:nvPr/>
          </p:nvSpPr>
          <p:spPr>
            <a:xfrm>
              <a:off x="730194" y="1951148"/>
              <a:ext cx="143123" cy="144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9DFFCA84-E560-C98A-929C-768EBE76B745}"/>
                </a:ext>
              </a:extLst>
            </p:cNvPr>
            <p:cNvSpPr/>
            <p:nvPr/>
          </p:nvSpPr>
          <p:spPr>
            <a:xfrm>
              <a:off x="730195" y="2614660"/>
              <a:ext cx="143123" cy="144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1DC9A3A7-1FD9-7BFC-E250-31A93E581921}"/>
                </a:ext>
              </a:extLst>
            </p:cNvPr>
            <p:cNvSpPr/>
            <p:nvPr/>
          </p:nvSpPr>
          <p:spPr>
            <a:xfrm>
              <a:off x="1432560" y="1900236"/>
              <a:ext cx="143123" cy="144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F0B7AC1A-7156-FFDF-014E-B149C84DE752}"/>
                </a:ext>
              </a:extLst>
            </p:cNvPr>
            <p:cNvSpPr/>
            <p:nvPr/>
          </p:nvSpPr>
          <p:spPr>
            <a:xfrm>
              <a:off x="1640619" y="2258171"/>
              <a:ext cx="143123" cy="144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7852D5D0-E695-C64D-D70B-04C84F8DCF94}"/>
                </a:ext>
              </a:extLst>
            </p:cNvPr>
            <p:cNvSpPr/>
            <p:nvPr/>
          </p:nvSpPr>
          <p:spPr>
            <a:xfrm>
              <a:off x="1432560" y="2606758"/>
              <a:ext cx="143123" cy="144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6044C035-1C8F-8D92-FBB8-08EDEA6972DD}"/>
                </a:ext>
              </a:extLst>
            </p:cNvPr>
            <p:cNvSpPr/>
            <p:nvPr/>
          </p:nvSpPr>
          <p:spPr>
            <a:xfrm>
              <a:off x="2199860" y="2258171"/>
              <a:ext cx="143123" cy="144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DC912977-2FA8-5B2F-FCB3-375C8A5B2187}"/>
                </a:ext>
              </a:extLst>
            </p:cNvPr>
            <p:cNvCxnSpPr>
              <a:cxnSpLocks/>
              <a:stCxn id="203" idx="7"/>
              <a:endCxn id="206" idx="2"/>
            </p:cNvCxnSpPr>
            <p:nvPr/>
          </p:nvCxnSpPr>
          <p:spPr>
            <a:xfrm flipV="1">
              <a:off x="1203541" y="1972236"/>
              <a:ext cx="229019" cy="3070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211F2390-D44D-9F5D-7088-AD93B08B46CC}"/>
                </a:ext>
              </a:extLst>
            </p:cNvPr>
            <p:cNvCxnSpPr>
              <a:cxnSpLocks/>
              <a:stCxn id="203" idx="5"/>
              <a:endCxn id="208" idx="2"/>
            </p:cNvCxnSpPr>
            <p:nvPr/>
          </p:nvCxnSpPr>
          <p:spPr>
            <a:xfrm>
              <a:off x="1203541" y="2381083"/>
              <a:ext cx="229019" cy="2976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9A92CD82-73E4-C630-23DE-A96DA6B384CB}"/>
                </a:ext>
              </a:extLst>
            </p:cNvPr>
            <p:cNvCxnSpPr>
              <a:cxnSpLocks/>
              <a:stCxn id="206" idx="6"/>
              <a:endCxn id="209" idx="1"/>
            </p:cNvCxnSpPr>
            <p:nvPr/>
          </p:nvCxnSpPr>
          <p:spPr>
            <a:xfrm>
              <a:off x="1575683" y="1972236"/>
              <a:ext cx="645137" cy="3070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99D3068-6272-0B0C-41EB-76A4B16B1FA6}"/>
                </a:ext>
              </a:extLst>
            </p:cNvPr>
            <p:cNvCxnSpPr>
              <a:cxnSpLocks/>
              <a:stCxn id="208" idx="6"/>
              <a:endCxn id="209" idx="3"/>
            </p:cNvCxnSpPr>
            <p:nvPr/>
          </p:nvCxnSpPr>
          <p:spPr>
            <a:xfrm flipV="1">
              <a:off x="1575683" y="2381083"/>
              <a:ext cx="645137" cy="2976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A2FB9C58-9E05-3BDE-EA5E-FBB8778E6F8C}"/>
                </a:ext>
              </a:extLst>
            </p:cNvPr>
            <p:cNvCxnSpPr>
              <a:cxnSpLocks/>
              <a:stCxn id="203" idx="6"/>
              <a:endCxn id="207" idx="2"/>
            </p:cNvCxnSpPr>
            <p:nvPr/>
          </p:nvCxnSpPr>
          <p:spPr>
            <a:xfrm>
              <a:off x="1224501" y="2330171"/>
              <a:ext cx="416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3C1D71B0-74A7-0111-1BFC-7DBE9432DA3E}"/>
                </a:ext>
              </a:extLst>
            </p:cNvPr>
            <p:cNvCxnSpPr>
              <a:cxnSpLocks/>
              <a:stCxn id="207" idx="6"/>
              <a:endCxn id="209" idx="2"/>
            </p:cNvCxnSpPr>
            <p:nvPr/>
          </p:nvCxnSpPr>
          <p:spPr>
            <a:xfrm>
              <a:off x="1783742" y="2330171"/>
              <a:ext cx="416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6C97EE9B-A39F-F92F-8776-EF2965CC127E}"/>
                </a:ext>
              </a:extLst>
            </p:cNvPr>
            <p:cNvCxnSpPr>
              <a:cxnSpLocks/>
              <a:stCxn id="204" idx="5"/>
              <a:endCxn id="203" idx="1"/>
            </p:cNvCxnSpPr>
            <p:nvPr/>
          </p:nvCxnSpPr>
          <p:spPr>
            <a:xfrm>
              <a:off x="852357" y="2074060"/>
              <a:ext cx="249981" cy="2051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7650363E-EF4B-2BB8-79B5-87E7AB904F5E}"/>
                </a:ext>
              </a:extLst>
            </p:cNvPr>
            <p:cNvCxnSpPr>
              <a:cxnSpLocks/>
              <a:stCxn id="205" idx="7"/>
              <a:endCxn id="203" idx="3"/>
            </p:cNvCxnSpPr>
            <p:nvPr/>
          </p:nvCxnSpPr>
          <p:spPr>
            <a:xfrm flipV="1">
              <a:off x="852358" y="2381083"/>
              <a:ext cx="249980" cy="2546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ctor: Curved 217">
              <a:extLst>
                <a:ext uri="{FF2B5EF4-FFF2-40B4-BE49-F238E27FC236}">
                  <a16:creationId xmlns:a16="http://schemas.microsoft.com/office/drawing/2014/main" id="{EF4F1E74-A286-AFF5-ABF5-12AED671CDBB}"/>
                </a:ext>
              </a:extLst>
            </p:cNvPr>
            <p:cNvCxnSpPr>
              <a:cxnSpLocks/>
              <a:stCxn id="205" idx="4"/>
              <a:endCxn id="209" idx="4"/>
            </p:cNvCxnSpPr>
            <p:nvPr/>
          </p:nvCxnSpPr>
          <p:spPr>
            <a:xfrm rot="5400000" flipH="1" flipV="1">
              <a:off x="1358344" y="1845583"/>
              <a:ext cx="356489" cy="1469665"/>
            </a:xfrm>
            <a:prstGeom prst="curvedConnector3">
              <a:avLst>
                <a:gd name="adj1" fmla="val -6412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ctor: Curved 218">
              <a:extLst>
                <a:ext uri="{FF2B5EF4-FFF2-40B4-BE49-F238E27FC236}">
                  <a16:creationId xmlns:a16="http://schemas.microsoft.com/office/drawing/2014/main" id="{A148074D-16B4-01C0-A9FB-A1421D4452C9}"/>
                </a:ext>
              </a:extLst>
            </p:cNvPr>
            <p:cNvCxnSpPr>
              <a:cxnSpLocks/>
              <a:stCxn id="204" idx="0"/>
              <a:endCxn id="209" idx="0"/>
            </p:cNvCxnSpPr>
            <p:nvPr/>
          </p:nvCxnSpPr>
          <p:spPr>
            <a:xfrm rot="16200000" flipH="1">
              <a:off x="1383077" y="1369826"/>
              <a:ext cx="307023" cy="1469666"/>
            </a:xfrm>
            <a:prstGeom prst="curvedConnector3">
              <a:avLst>
                <a:gd name="adj1" fmla="val -8273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0" name="Oval 219">
            <a:extLst>
              <a:ext uri="{FF2B5EF4-FFF2-40B4-BE49-F238E27FC236}">
                <a16:creationId xmlns:a16="http://schemas.microsoft.com/office/drawing/2014/main" id="{595E5CE4-0D24-C055-8957-F3B24E301F56}"/>
              </a:ext>
            </a:extLst>
          </p:cNvPr>
          <p:cNvSpPr/>
          <p:nvPr/>
        </p:nvSpPr>
        <p:spPr>
          <a:xfrm>
            <a:off x="7238634" y="2977504"/>
            <a:ext cx="108000" cy="1080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5CCB58BC-62F5-B37E-F1DD-100D6082D223}"/>
              </a:ext>
            </a:extLst>
          </p:cNvPr>
          <p:cNvSpPr/>
          <p:nvPr/>
        </p:nvSpPr>
        <p:spPr>
          <a:xfrm>
            <a:off x="7238634" y="3264116"/>
            <a:ext cx="108000" cy="1080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20F9745B-FCFB-B892-69B0-70BE37A0A99A}"/>
              </a:ext>
            </a:extLst>
          </p:cNvPr>
          <p:cNvSpPr/>
          <p:nvPr/>
        </p:nvSpPr>
        <p:spPr>
          <a:xfrm>
            <a:off x="7668352" y="2503051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FED36F2D-8BFE-54F9-DD2C-4A156D0C422A}"/>
              </a:ext>
            </a:extLst>
          </p:cNvPr>
          <p:cNvSpPr/>
          <p:nvPr/>
        </p:nvSpPr>
        <p:spPr>
          <a:xfrm>
            <a:off x="7668352" y="2688482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F2BEFB5D-E06A-5873-6A84-437ED1300C0B}"/>
              </a:ext>
            </a:extLst>
          </p:cNvPr>
          <p:cNvSpPr/>
          <p:nvPr/>
        </p:nvSpPr>
        <p:spPr>
          <a:xfrm>
            <a:off x="7668352" y="2872094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AF69DE79-65C3-823B-ED15-87B5D7775AA2}"/>
              </a:ext>
            </a:extLst>
          </p:cNvPr>
          <p:cNvSpPr/>
          <p:nvPr/>
        </p:nvSpPr>
        <p:spPr>
          <a:xfrm>
            <a:off x="7660525" y="3273102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6D7CE3B8-9805-0170-A0AE-1ECCD4A858E8}"/>
              </a:ext>
            </a:extLst>
          </p:cNvPr>
          <p:cNvSpPr/>
          <p:nvPr/>
        </p:nvSpPr>
        <p:spPr>
          <a:xfrm>
            <a:off x="7701469" y="3457770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487F7330-8F19-E42C-78EB-0364B692DEB7}"/>
              </a:ext>
            </a:extLst>
          </p:cNvPr>
          <p:cNvSpPr txBox="1"/>
          <p:nvPr/>
        </p:nvSpPr>
        <p:spPr>
          <a:xfrm>
            <a:off x="7590745" y="2966546"/>
            <a:ext cx="2632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050" dirty="0">
                <a:latin typeface="Bahnschrift" panose="020B0502040204020203" pitchFamily="34" charset="0"/>
              </a:rPr>
              <a:t>…</a:t>
            </a: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C9325C3E-F237-936A-731F-053DB75A963D}"/>
              </a:ext>
            </a:extLst>
          </p:cNvPr>
          <p:cNvSpPr/>
          <p:nvPr/>
        </p:nvSpPr>
        <p:spPr>
          <a:xfrm>
            <a:off x="8157488" y="2503051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6AB752E6-D8CF-8624-467A-F5804A342E2D}"/>
              </a:ext>
            </a:extLst>
          </p:cNvPr>
          <p:cNvSpPr/>
          <p:nvPr/>
        </p:nvSpPr>
        <p:spPr>
          <a:xfrm>
            <a:off x="8157488" y="2688482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ECB2ECBF-11D3-15DC-8454-7CC69DC5F46E}"/>
              </a:ext>
            </a:extLst>
          </p:cNvPr>
          <p:cNvSpPr/>
          <p:nvPr/>
        </p:nvSpPr>
        <p:spPr>
          <a:xfrm>
            <a:off x="8157488" y="2872094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45F820F6-81AF-AE97-3B40-1B1FC20164AF}"/>
              </a:ext>
            </a:extLst>
          </p:cNvPr>
          <p:cNvSpPr/>
          <p:nvPr/>
        </p:nvSpPr>
        <p:spPr>
          <a:xfrm>
            <a:off x="8149661" y="3273102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349AD6DB-91BC-1B95-612A-C2992B6EDC1A}"/>
              </a:ext>
            </a:extLst>
          </p:cNvPr>
          <p:cNvSpPr/>
          <p:nvPr/>
        </p:nvSpPr>
        <p:spPr>
          <a:xfrm>
            <a:off x="8190605" y="3457770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7BBEF6D-F4F4-BB32-6EE9-34B9CA761C53}"/>
              </a:ext>
            </a:extLst>
          </p:cNvPr>
          <p:cNvSpPr txBox="1"/>
          <p:nvPr/>
        </p:nvSpPr>
        <p:spPr>
          <a:xfrm>
            <a:off x="8079881" y="2966546"/>
            <a:ext cx="2632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050" dirty="0">
                <a:latin typeface="Bahnschrift" panose="020B0502040204020203" pitchFamily="34" charset="0"/>
              </a:rPr>
              <a:t>…</a:t>
            </a:r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1B151B15-9E37-231B-09B1-C92666811F21}"/>
              </a:ext>
            </a:extLst>
          </p:cNvPr>
          <p:cNvSpPr/>
          <p:nvPr/>
        </p:nvSpPr>
        <p:spPr>
          <a:xfrm>
            <a:off x="8666475" y="2503051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2BD344C3-0783-4A5B-843D-1DD4A615836D}"/>
              </a:ext>
            </a:extLst>
          </p:cNvPr>
          <p:cNvSpPr/>
          <p:nvPr/>
        </p:nvSpPr>
        <p:spPr>
          <a:xfrm>
            <a:off x="8666475" y="2688482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34ECD2F7-72B9-9ECE-27B2-D6F212E2B5A9}"/>
              </a:ext>
            </a:extLst>
          </p:cNvPr>
          <p:cNvSpPr/>
          <p:nvPr/>
        </p:nvSpPr>
        <p:spPr>
          <a:xfrm>
            <a:off x="8666475" y="2872094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2E301EF3-8189-358D-6686-E5913725082D}"/>
              </a:ext>
            </a:extLst>
          </p:cNvPr>
          <p:cNvSpPr/>
          <p:nvPr/>
        </p:nvSpPr>
        <p:spPr>
          <a:xfrm>
            <a:off x="8658648" y="3273102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993A9267-3F21-5556-6EA0-0A94B748C584}"/>
              </a:ext>
            </a:extLst>
          </p:cNvPr>
          <p:cNvSpPr/>
          <p:nvPr/>
        </p:nvSpPr>
        <p:spPr>
          <a:xfrm>
            <a:off x="8699592" y="3457770"/>
            <a:ext cx="108000" cy="10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DB095CE9-6D90-D82D-612B-069AD96B3073}"/>
              </a:ext>
            </a:extLst>
          </p:cNvPr>
          <p:cNvSpPr txBox="1"/>
          <p:nvPr/>
        </p:nvSpPr>
        <p:spPr>
          <a:xfrm>
            <a:off x="8588868" y="2966546"/>
            <a:ext cx="2632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050" dirty="0">
                <a:latin typeface="Bahnschrift" panose="020B0502040204020203" pitchFamily="34" charset="0"/>
              </a:rPr>
              <a:t>…</a:t>
            </a: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0DA4AC9D-8CD6-2B42-8427-586E7009F000}"/>
              </a:ext>
            </a:extLst>
          </p:cNvPr>
          <p:cNvSpPr/>
          <p:nvPr/>
        </p:nvSpPr>
        <p:spPr>
          <a:xfrm>
            <a:off x="9152980" y="3000672"/>
            <a:ext cx="108000" cy="1080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6EB9B9F6-F49D-D6A1-1081-021AF78E3FF0}"/>
              </a:ext>
            </a:extLst>
          </p:cNvPr>
          <p:cNvCxnSpPr>
            <a:cxnSpLocks/>
            <a:stCxn id="5" idx="6"/>
            <a:endCxn id="222" idx="2"/>
          </p:cNvCxnSpPr>
          <p:nvPr/>
        </p:nvCxnSpPr>
        <p:spPr>
          <a:xfrm flipV="1">
            <a:off x="7346634" y="2557051"/>
            <a:ext cx="321718" cy="18645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67698F79-1472-D05E-0635-277DDD11C9EE}"/>
              </a:ext>
            </a:extLst>
          </p:cNvPr>
          <p:cNvCxnSpPr>
            <a:cxnSpLocks/>
            <a:stCxn id="5" idx="6"/>
            <a:endCxn id="223" idx="2"/>
          </p:cNvCxnSpPr>
          <p:nvPr/>
        </p:nvCxnSpPr>
        <p:spPr>
          <a:xfrm flipV="1">
            <a:off x="7346634" y="2742482"/>
            <a:ext cx="321718" cy="102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9D9E948E-72D4-47EB-AD48-46CDF99163B0}"/>
              </a:ext>
            </a:extLst>
          </p:cNvPr>
          <p:cNvCxnSpPr>
            <a:cxnSpLocks/>
            <a:stCxn id="5" idx="6"/>
            <a:endCxn id="224" idx="2"/>
          </p:cNvCxnSpPr>
          <p:nvPr/>
        </p:nvCxnSpPr>
        <p:spPr>
          <a:xfrm>
            <a:off x="7346634" y="2743509"/>
            <a:ext cx="321718" cy="18258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CA487483-F32B-CCD7-D100-8C0169095870}"/>
              </a:ext>
            </a:extLst>
          </p:cNvPr>
          <p:cNvCxnSpPr>
            <a:cxnSpLocks/>
            <a:stCxn id="5" idx="6"/>
            <a:endCxn id="226" idx="2"/>
          </p:cNvCxnSpPr>
          <p:nvPr/>
        </p:nvCxnSpPr>
        <p:spPr>
          <a:xfrm>
            <a:off x="7346634" y="2743509"/>
            <a:ext cx="313891" cy="58359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4550E350-07E1-FDEE-14D1-BAB3D40E6530}"/>
              </a:ext>
            </a:extLst>
          </p:cNvPr>
          <p:cNvCxnSpPr>
            <a:cxnSpLocks/>
            <a:stCxn id="5" idx="6"/>
            <a:endCxn id="227" idx="2"/>
          </p:cNvCxnSpPr>
          <p:nvPr/>
        </p:nvCxnSpPr>
        <p:spPr>
          <a:xfrm>
            <a:off x="7346634" y="2743509"/>
            <a:ext cx="354835" cy="76826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54534E64-8A33-2BF4-91C8-ACD318B00413}"/>
              </a:ext>
            </a:extLst>
          </p:cNvPr>
          <p:cNvCxnSpPr>
            <a:cxnSpLocks/>
            <a:stCxn id="220" idx="6"/>
            <a:endCxn id="222" idx="2"/>
          </p:cNvCxnSpPr>
          <p:nvPr/>
        </p:nvCxnSpPr>
        <p:spPr>
          <a:xfrm flipV="1">
            <a:off x="7346634" y="2557051"/>
            <a:ext cx="321718" cy="47445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8ED89C11-8E6B-37E9-9F38-6BCFC09F9191}"/>
              </a:ext>
            </a:extLst>
          </p:cNvPr>
          <p:cNvCxnSpPr>
            <a:cxnSpLocks/>
            <a:stCxn id="220" idx="6"/>
            <a:endCxn id="223" idx="2"/>
          </p:cNvCxnSpPr>
          <p:nvPr/>
        </p:nvCxnSpPr>
        <p:spPr>
          <a:xfrm flipV="1">
            <a:off x="7346634" y="2742482"/>
            <a:ext cx="321718" cy="2890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C11BE328-3C5F-A1FE-C7A1-90C7D3792C09}"/>
              </a:ext>
            </a:extLst>
          </p:cNvPr>
          <p:cNvCxnSpPr>
            <a:cxnSpLocks/>
            <a:stCxn id="220" idx="6"/>
            <a:endCxn id="224" idx="2"/>
          </p:cNvCxnSpPr>
          <p:nvPr/>
        </p:nvCxnSpPr>
        <p:spPr>
          <a:xfrm flipV="1">
            <a:off x="7346634" y="2926094"/>
            <a:ext cx="321718" cy="1054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B977853B-11A1-4690-FB5C-F323EC2B2A8A}"/>
              </a:ext>
            </a:extLst>
          </p:cNvPr>
          <p:cNvCxnSpPr>
            <a:cxnSpLocks/>
            <a:stCxn id="220" idx="6"/>
            <a:endCxn id="226" idx="2"/>
          </p:cNvCxnSpPr>
          <p:nvPr/>
        </p:nvCxnSpPr>
        <p:spPr>
          <a:xfrm>
            <a:off x="7346634" y="3031504"/>
            <a:ext cx="313891" cy="29559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C1634F1A-4026-B5AA-652D-634843A61725}"/>
              </a:ext>
            </a:extLst>
          </p:cNvPr>
          <p:cNvCxnSpPr>
            <a:cxnSpLocks/>
            <a:stCxn id="220" idx="6"/>
            <a:endCxn id="227" idx="2"/>
          </p:cNvCxnSpPr>
          <p:nvPr/>
        </p:nvCxnSpPr>
        <p:spPr>
          <a:xfrm>
            <a:off x="7346634" y="3031504"/>
            <a:ext cx="354835" cy="4802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861D1D25-04D4-6EC7-F883-18481C92378B}"/>
              </a:ext>
            </a:extLst>
          </p:cNvPr>
          <p:cNvCxnSpPr>
            <a:cxnSpLocks/>
            <a:stCxn id="221" idx="6"/>
            <a:endCxn id="222" idx="2"/>
          </p:cNvCxnSpPr>
          <p:nvPr/>
        </p:nvCxnSpPr>
        <p:spPr>
          <a:xfrm flipV="1">
            <a:off x="7346634" y="2557051"/>
            <a:ext cx="321718" cy="7610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D79273A4-601C-935D-A40E-B1B7C2905237}"/>
              </a:ext>
            </a:extLst>
          </p:cNvPr>
          <p:cNvCxnSpPr>
            <a:cxnSpLocks/>
            <a:stCxn id="221" idx="6"/>
            <a:endCxn id="223" idx="2"/>
          </p:cNvCxnSpPr>
          <p:nvPr/>
        </p:nvCxnSpPr>
        <p:spPr>
          <a:xfrm flipV="1">
            <a:off x="7346634" y="2742482"/>
            <a:ext cx="321718" cy="57563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36E056DB-8EE2-CFF2-2825-F85C58265468}"/>
              </a:ext>
            </a:extLst>
          </p:cNvPr>
          <p:cNvCxnSpPr>
            <a:cxnSpLocks/>
            <a:stCxn id="221" idx="6"/>
            <a:endCxn id="224" idx="2"/>
          </p:cNvCxnSpPr>
          <p:nvPr/>
        </p:nvCxnSpPr>
        <p:spPr>
          <a:xfrm flipV="1">
            <a:off x="7346634" y="2926094"/>
            <a:ext cx="321718" cy="3920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1D6EF996-01A9-D339-970E-238E1FFE7A2A}"/>
              </a:ext>
            </a:extLst>
          </p:cNvPr>
          <p:cNvCxnSpPr>
            <a:cxnSpLocks/>
            <a:stCxn id="221" idx="6"/>
            <a:endCxn id="226" idx="2"/>
          </p:cNvCxnSpPr>
          <p:nvPr/>
        </p:nvCxnSpPr>
        <p:spPr>
          <a:xfrm>
            <a:off x="7346634" y="3318116"/>
            <a:ext cx="313891" cy="898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3DFF058D-894F-7940-B4AF-9520BCA7DEC3}"/>
              </a:ext>
            </a:extLst>
          </p:cNvPr>
          <p:cNvCxnSpPr>
            <a:cxnSpLocks/>
            <a:stCxn id="221" idx="6"/>
            <a:endCxn id="227" idx="2"/>
          </p:cNvCxnSpPr>
          <p:nvPr/>
        </p:nvCxnSpPr>
        <p:spPr>
          <a:xfrm>
            <a:off x="7346634" y="3318116"/>
            <a:ext cx="354835" cy="19365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0C18D6AB-BC08-A771-FCC6-6B2E54957BDC}"/>
              </a:ext>
            </a:extLst>
          </p:cNvPr>
          <p:cNvCxnSpPr>
            <a:cxnSpLocks/>
            <a:stCxn id="222" idx="6"/>
            <a:endCxn id="229" idx="2"/>
          </p:cNvCxnSpPr>
          <p:nvPr/>
        </p:nvCxnSpPr>
        <p:spPr>
          <a:xfrm>
            <a:off x="7776352" y="2557051"/>
            <a:ext cx="38113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68EE1CB3-D186-A586-FBEE-A17BFCED16D9}"/>
              </a:ext>
            </a:extLst>
          </p:cNvPr>
          <p:cNvCxnSpPr>
            <a:cxnSpLocks/>
            <a:stCxn id="222" idx="6"/>
            <a:endCxn id="230" idx="2"/>
          </p:cNvCxnSpPr>
          <p:nvPr/>
        </p:nvCxnSpPr>
        <p:spPr>
          <a:xfrm>
            <a:off x="7776352" y="2557051"/>
            <a:ext cx="381136" cy="18543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80F06AAD-60C9-F479-C8EE-A6250439655A}"/>
              </a:ext>
            </a:extLst>
          </p:cNvPr>
          <p:cNvCxnSpPr>
            <a:cxnSpLocks/>
            <a:stCxn id="222" idx="6"/>
            <a:endCxn id="231" idx="2"/>
          </p:cNvCxnSpPr>
          <p:nvPr/>
        </p:nvCxnSpPr>
        <p:spPr>
          <a:xfrm>
            <a:off x="7776352" y="2557051"/>
            <a:ext cx="381136" cy="3690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6133E432-8E5A-A74C-CF4E-344BFB584533}"/>
              </a:ext>
            </a:extLst>
          </p:cNvPr>
          <p:cNvCxnSpPr>
            <a:cxnSpLocks/>
            <a:stCxn id="222" idx="6"/>
            <a:endCxn id="232" idx="2"/>
          </p:cNvCxnSpPr>
          <p:nvPr/>
        </p:nvCxnSpPr>
        <p:spPr>
          <a:xfrm>
            <a:off x="7776352" y="2557051"/>
            <a:ext cx="373309" cy="7700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7907248A-88A3-3C36-BA36-D995755A0404}"/>
              </a:ext>
            </a:extLst>
          </p:cNvPr>
          <p:cNvCxnSpPr>
            <a:cxnSpLocks/>
            <a:stCxn id="222" idx="6"/>
            <a:endCxn id="233" idx="2"/>
          </p:cNvCxnSpPr>
          <p:nvPr/>
        </p:nvCxnSpPr>
        <p:spPr>
          <a:xfrm>
            <a:off x="7776352" y="2557051"/>
            <a:ext cx="414253" cy="9547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90F11A55-DDC1-9686-02C9-A2414114C397}"/>
              </a:ext>
            </a:extLst>
          </p:cNvPr>
          <p:cNvCxnSpPr>
            <a:cxnSpLocks/>
            <a:stCxn id="223" idx="6"/>
            <a:endCxn id="229" idx="2"/>
          </p:cNvCxnSpPr>
          <p:nvPr/>
        </p:nvCxnSpPr>
        <p:spPr>
          <a:xfrm flipV="1">
            <a:off x="7776352" y="2557051"/>
            <a:ext cx="381136" cy="18543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954F2238-E511-4F9C-34CA-7434259AA28E}"/>
              </a:ext>
            </a:extLst>
          </p:cNvPr>
          <p:cNvCxnSpPr>
            <a:cxnSpLocks/>
            <a:stCxn id="223" idx="6"/>
            <a:endCxn id="230" idx="2"/>
          </p:cNvCxnSpPr>
          <p:nvPr/>
        </p:nvCxnSpPr>
        <p:spPr>
          <a:xfrm>
            <a:off x="7776352" y="2742482"/>
            <a:ext cx="38113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CCD173D1-EFE7-5759-16E0-164E765D150E}"/>
              </a:ext>
            </a:extLst>
          </p:cNvPr>
          <p:cNvCxnSpPr>
            <a:cxnSpLocks/>
            <a:stCxn id="223" idx="6"/>
            <a:endCxn id="231" idx="2"/>
          </p:cNvCxnSpPr>
          <p:nvPr/>
        </p:nvCxnSpPr>
        <p:spPr>
          <a:xfrm>
            <a:off x="7776352" y="2742482"/>
            <a:ext cx="381136" cy="18361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A80619B0-1286-4108-0F73-FF1E669C45BD}"/>
              </a:ext>
            </a:extLst>
          </p:cNvPr>
          <p:cNvCxnSpPr>
            <a:cxnSpLocks/>
            <a:stCxn id="223" idx="6"/>
            <a:endCxn id="232" idx="2"/>
          </p:cNvCxnSpPr>
          <p:nvPr/>
        </p:nvCxnSpPr>
        <p:spPr>
          <a:xfrm>
            <a:off x="7776352" y="2742482"/>
            <a:ext cx="373309" cy="5846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C544CC3B-885A-EF34-A9C3-454C153E1851}"/>
              </a:ext>
            </a:extLst>
          </p:cNvPr>
          <p:cNvCxnSpPr>
            <a:cxnSpLocks/>
            <a:stCxn id="223" idx="6"/>
            <a:endCxn id="233" idx="2"/>
          </p:cNvCxnSpPr>
          <p:nvPr/>
        </p:nvCxnSpPr>
        <p:spPr>
          <a:xfrm>
            <a:off x="7776352" y="2742482"/>
            <a:ext cx="414253" cy="7692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EDFFBE02-23D6-450B-1ECA-D864E7DB4A44}"/>
              </a:ext>
            </a:extLst>
          </p:cNvPr>
          <p:cNvCxnSpPr>
            <a:cxnSpLocks/>
            <a:stCxn id="224" idx="6"/>
            <a:endCxn id="229" idx="2"/>
          </p:cNvCxnSpPr>
          <p:nvPr/>
        </p:nvCxnSpPr>
        <p:spPr>
          <a:xfrm flipV="1">
            <a:off x="7776352" y="2557051"/>
            <a:ext cx="381136" cy="3690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4FB02B9A-6CAA-A8B9-0536-65EA67AA1758}"/>
              </a:ext>
            </a:extLst>
          </p:cNvPr>
          <p:cNvCxnSpPr>
            <a:cxnSpLocks/>
            <a:stCxn id="224" idx="6"/>
            <a:endCxn id="230" idx="2"/>
          </p:cNvCxnSpPr>
          <p:nvPr/>
        </p:nvCxnSpPr>
        <p:spPr>
          <a:xfrm flipV="1">
            <a:off x="7776352" y="2742482"/>
            <a:ext cx="381136" cy="18361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94CD1598-CA41-5093-0829-F1303FAD865A}"/>
              </a:ext>
            </a:extLst>
          </p:cNvPr>
          <p:cNvCxnSpPr>
            <a:cxnSpLocks/>
            <a:stCxn id="224" idx="6"/>
            <a:endCxn id="231" idx="2"/>
          </p:cNvCxnSpPr>
          <p:nvPr/>
        </p:nvCxnSpPr>
        <p:spPr>
          <a:xfrm>
            <a:off x="7776352" y="2926094"/>
            <a:ext cx="38113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DB433EA5-4EB4-30D2-37BC-E5013ED84134}"/>
              </a:ext>
            </a:extLst>
          </p:cNvPr>
          <p:cNvCxnSpPr>
            <a:cxnSpLocks/>
            <a:stCxn id="224" idx="6"/>
            <a:endCxn id="232" idx="2"/>
          </p:cNvCxnSpPr>
          <p:nvPr/>
        </p:nvCxnSpPr>
        <p:spPr>
          <a:xfrm>
            <a:off x="7776352" y="2926094"/>
            <a:ext cx="373309" cy="4010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431BBC58-6611-EF13-810E-AFB17670BCCE}"/>
              </a:ext>
            </a:extLst>
          </p:cNvPr>
          <p:cNvCxnSpPr>
            <a:cxnSpLocks/>
            <a:stCxn id="224" idx="6"/>
            <a:endCxn id="233" idx="2"/>
          </p:cNvCxnSpPr>
          <p:nvPr/>
        </p:nvCxnSpPr>
        <p:spPr>
          <a:xfrm>
            <a:off x="7776352" y="2926094"/>
            <a:ext cx="414253" cy="58567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AC9637BE-430D-CAD2-D20B-D326A3C47E2C}"/>
              </a:ext>
            </a:extLst>
          </p:cNvPr>
          <p:cNvCxnSpPr>
            <a:cxnSpLocks/>
            <a:stCxn id="226" idx="6"/>
            <a:endCxn id="229" idx="2"/>
          </p:cNvCxnSpPr>
          <p:nvPr/>
        </p:nvCxnSpPr>
        <p:spPr>
          <a:xfrm flipV="1">
            <a:off x="7768525" y="2557051"/>
            <a:ext cx="388963" cy="7700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9CCABD5A-654A-AE1C-10E2-B53A54FCF2D2}"/>
              </a:ext>
            </a:extLst>
          </p:cNvPr>
          <p:cNvCxnSpPr>
            <a:cxnSpLocks/>
            <a:stCxn id="226" idx="6"/>
            <a:endCxn id="230" idx="2"/>
          </p:cNvCxnSpPr>
          <p:nvPr/>
        </p:nvCxnSpPr>
        <p:spPr>
          <a:xfrm flipV="1">
            <a:off x="7768525" y="2742482"/>
            <a:ext cx="388963" cy="5846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32F80AA2-5E87-407B-4671-2C17C56FFD04}"/>
              </a:ext>
            </a:extLst>
          </p:cNvPr>
          <p:cNvCxnSpPr>
            <a:cxnSpLocks/>
            <a:stCxn id="226" idx="6"/>
            <a:endCxn id="231" idx="2"/>
          </p:cNvCxnSpPr>
          <p:nvPr/>
        </p:nvCxnSpPr>
        <p:spPr>
          <a:xfrm flipV="1">
            <a:off x="7768525" y="2926094"/>
            <a:ext cx="388963" cy="4010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DAC931AE-3572-C0C6-3270-C3F87A656858}"/>
              </a:ext>
            </a:extLst>
          </p:cNvPr>
          <p:cNvCxnSpPr>
            <a:cxnSpLocks/>
            <a:stCxn id="226" idx="6"/>
            <a:endCxn id="232" idx="2"/>
          </p:cNvCxnSpPr>
          <p:nvPr/>
        </p:nvCxnSpPr>
        <p:spPr>
          <a:xfrm>
            <a:off x="7768525" y="3327102"/>
            <a:ext cx="38113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B1156ECB-D3E4-697B-6195-EBD422D0614A}"/>
              </a:ext>
            </a:extLst>
          </p:cNvPr>
          <p:cNvCxnSpPr>
            <a:cxnSpLocks/>
            <a:stCxn id="226" idx="6"/>
            <a:endCxn id="233" idx="2"/>
          </p:cNvCxnSpPr>
          <p:nvPr/>
        </p:nvCxnSpPr>
        <p:spPr>
          <a:xfrm>
            <a:off x="7768525" y="3327102"/>
            <a:ext cx="422080" cy="18466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B9FA681F-869B-431B-2137-ED438EB94D63}"/>
              </a:ext>
            </a:extLst>
          </p:cNvPr>
          <p:cNvCxnSpPr>
            <a:cxnSpLocks/>
            <a:stCxn id="227" idx="6"/>
            <a:endCxn id="229" idx="2"/>
          </p:cNvCxnSpPr>
          <p:nvPr/>
        </p:nvCxnSpPr>
        <p:spPr>
          <a:xfrm flipV="1">
            <a:off x="7809469" y="2557051"/>
            <a:ext cx="348019" cy="9547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55608DD1-20A1-1C05-A2C7-F833BFB3D6DD}"/>
              </a:ext>
            </a:extLst>
          </p:cNvPr>
          <p:cNvCxnSpPr>
            <a:cxnSpLocks/>
            <a:stCxn id="227" idx="6"/>
            <a:endCxn id="230" idx="2"/>
          </p:cNvCxnSpPr>
          <p:nvPr/>
        </p:nvCxnSpPr>
        <p:spPr>
          <a:xfrm flipV="1">
            <a:off x="7809469" y="2742482"/>
            <a:ext cx="348019" cy="7692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Arrow Connector 356">
            <a:extLst>
              <a:ext uri="{FF2B5EF4-FFF2-40B4-BE49-F238E27FC236}">
                <a16:creationId xmlns:a16="http://schemas.microsoft.com/office/drawing/2014/main" id="{5B18E2B7-CC8B-DB10-A4E8-A84E7AE30907}"/>
              </a:ext>
            </a:extLst>
          </p:cNvPr>
          <p:cNvCxnSpPr>
            <a:cxnSpLocks/>
            <a:stCxn id="227" idx="6"/>
            <a:endCxn id="231" idx="2"/>
          </p:cNvCxnSpPr>
          <p:nvPr/>
        </p:nvCxnSpPr>
        <p:spPr>
          <a:xfrm flipV="1">
            <a:off x="7809469" y="2926094"/>
            <a:ext cx="348019" cy="58567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>
            <a:extLst>
              <a:ext uri="{FF2B5EF4-FFF2-40B4-BE49-F238E27FC236}">
                <a16:creationId xmlns:a16="http://schemas.microsoft.com/office/drawing/2014/main" id="{7DF0B3B6-DD3B-CEA2-C417-12F47542C1FC}"/>
              </a:ext>
            </a:extLst>
          </p:cNvPr>
          <p:cNvCxnSpPr>
            <a:cxnSpLocks/>
            <a:stCxn id="227" idx="6"/>
            <a:endCxn id="232" idx="2"/>
          </p:cNvCxnSpPr>
          <p:nvPr/>
        </p:nvCxnSpPr>
        <p:spPr>
          <a:xfrm flipV="1">
            <a:off x="7809469" y="3327102"/>
            <a:ext cx="340192" cy="18466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25EC32A4-2AAC-2DF2-AC4F-E772AAA82186}"/>
              </a:ext>
            </a:extLst>
          </p:cNvPr>
          <p:cNvCxnSpPr>
            <a:cxnSpLocks/>
          </p:cNvCxnSpPr>
          <p:nvPr/>
        </p:nvCxnSpPr>
        <p:spPr>
          <a:xfrm>
            <a:off x="8123371" y="3511770"/>
            <a:ext cx="38113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D44B35D0-DFFD-221C-6A70-9FF069848489}"/>
              </a:ext>
            </a:extLst>
          </p:cNvPr>
          <p:cNvCxnSpPr>
            <a:cxnSpLocks/>
          </p:cNvCxnSpPr>
          <p:nvPr/>
        </p:nvCxnSpPr>
        <p:spPr>
          <a:xfrm>
            <a:off x="8275891" y="2557051"/>
            <a:ext cx="38113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Arrow Connector 370">
            <a:extLst>
              <a:ext uri="{FF2B5EF4-FFF2-40B4-BE49-F238E27FC236}">
                <a16:creationId xmlns:a16="http://schemas.microsoft.com/office/drawing/2014/main" id="{D4D008AF-EDD6-53F7-4B50-C11A75EC92F2}"/>
              </a:ext>
            </a:extLst>
          </p:cNvPr>
          <p:cNvCxnSpPr>
            <a:cxnSpLocks/>
          </p:cNvCxnSpPr>
          <p:nvPr/>
        </p:nvCxnSpPr>
        <p:spPr>
          <a:xfrm>
            <a:off x="8275891" y="2557051"/>
            <a:ext cx="381136" cy="18543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Arrow Connector 371">
            <a:extLst>
              <a:ext uri="{FF2B5EF4-FFF2-40B4-BE49-F238E27FC236}">
                <a16:creationId xmlns:a16="http://schemas.microsoft.com/office/drawing/2014/main" id="{5BC2B67D-6CE9-ED29-9C95-C0BABDCE31D5}"/>
              </a:ext>
            </a:extLst>
          </p:cNvPr>
          <p:cNvCxnSpPr>
            <a:cxnSpLocks/>
          </p:cNvCxnSpPr>
          <p:nvPr/>
        </p:nvCxnSpPr>
        <p:spPr>
          <a:xfrm>
            <a:off x="8275891" y="2557051"/>
            <a:ext cx="381136" cy="3690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419E31E4-F989-BC73-F0ED-46E3239B061F}"/>
              </a:ext>
            </a:extLst>
          </p:cNvPr>
          <p:cNvCxnSpPr>
            <a:cxnSpLocks/>
          </p:cNvCxnSpPr>
          <p:nvPr/>
        </p:nvCxnSpPr>
        <p:spPr>
          <a:xfrm>
            <a:off x="8275891" y="2557051"/>
            <a:ext cx="373309" cy="7700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87A16AB6-A7E8-F7DA-E764-855091C7806B}"/>
              </a:ext>
            </a:extLst>
          </p:cNvPr>
          <p:cNvCxnSpPr>
            <a:cxnSpLocks/>
          </p:cNvCxnSpPr>
          <p:nvPr/>
        </p:nvCxnSpPr>
        <p:spPr>
          <a:xfrm>
            <a:off x="8275891" y="2557051"/>
            <a:ext cx="373309" cy="9547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Arrow Connector 374">
            <a:extLst>
              <a:ext uri="{FF2B5EF4-FFF2-40B4-BE49-F238E27FC236}">
                <a16:creationId xmlns:a16="http://schemas.microsoft.com/office/drawing/2014/main" id="{C3ECA27A-B36E-9AC3-81D6-77292366A72D}"/>
              </a:ext>
            </a:extLst>
          </p:cNvPr>
          <p:cNvCxnSpPr>
            <a:cxnSpLocks/>
          </p:cNvCxnSpPr>
          <p:nvPr/>
        </p:nvCxnSpPr>
        <p:spPr>
          <a:xfrm flipV="1">
            <a:off x="8275891" y="2557051"/>
            <a:ext cx="381136" cy="18543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77CD6D68-4C27-6AD8-BA78-AB96A5D344F9}"/>
              </a:ext>
            </a:extLst>
          </p:cNvPr>
          <p:cNvCxnSpPr>
            <a:cxnSpLocks/>
          </p:cNvCxnSpPr>
          <p:nvPr/>
        </p:nvCxnSpPr>
        <p:spPr>
          <a:xfrm>
            <a:off x="8275891" y="2742482"/>
            <a:ext cx="38113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19EFC234-A93D-0523-7795-DC7D92CAE008}"/>
              </a:ext>
            </a:extLst>
          </p:cNvPr>
          <p:cNvCxnSpPr>
            <a:cxnSpLocks/>
          </p:cNvCxnSpPr>
          <p:nvPr/>
        </p:nvCxnSpPr>
        <p:spPr>
          <a:xfrm>
            <a:off x="8275891" y="2742482"/>
            <a:ext cx="381136" cy="18361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83DF1C9C-9DB3-772F-ED61-95D40A8799ED}"/>
              </a:ext>
            </a:extLst>
          </p:cNvPr>
          <p:cNvCxnSpPr>
            <a:cxnSpLocks/>
          </p:cNvCxnSpPr>
          <p:nvPr/>
        </p:nvCxnSpPr>
        <p:spPr>
          <a:xfrm>
            <a:off x="8275891" y="2742482"/>
            <a:ext cx="373309" cy="5846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2C2C19B1-F8A6-4A2D-353C-444CFF53B50A}"/>
              </a:ext>
            </a:extLst>
          </p:cNvPr>
          <p:cNvCxnSpPr>
            <a:cxnSpLocks/>
          </p:cNvCxnSpPr>
          <p:nvPr/>
        </p:nvCxnSpPr>
        <p:spPr>
          <a:xfrm>
            <a:off x="8275891" y="2742482"/>
            <a:ext cx="373309" cy="7692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Arrow Connector 379">
            <a:extLst>
              <a:ext uri="{FF2B5EF4-FFF2-40B4-BE49-F238E27FC236}">
                <a16:creationId xmlns:a16="http://schemas.microsoft.com/office/drawing/2014/main" id="{7A8A24C1-4BC8-CE43-2E36-C2AC2FC08194}"/>
              </a:ext>
            </a:extLst>
          </p:cNvPr>
          <p:cNvCxnSpPr>
            <a:cxnSpLocks/>
          </p:cNvCxnSpPr>
          <p:nvPr/>
        </p:nvCxnSpPr>
        <p:spPr>
          <a:xfrm flipV="1">
            <a:off x="8275891" y="2557051"/>
            <a:ext cx="381136" cy="3690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Arrow Connector 380">
            <a:extLst>
              <a:ext uri="{FF2B5EF4-FFF2-40B4-BE49-F238E27FC236}">
                <a16:creationId xmlns:a16="http://schemas.microsoft.com/office/drawing/2014/main" id="{CAD56832-36DB-ED87-3F58-FC4CEE5467B9}"/>
              </a:ext>
            </a:extLst>
          </p:cNvPr>
          <p:cNvCxnSpPr>
            <a:cxnSpLocks/>
          </p:cNvCxnSpPr>
          <p:nvPr/>
        </p:nvCxnSpPr>
        <p:spPr>
          <a:xfrm flipV="1">
            <a:off x="8275891" y="2742482"/>
            <a:ext cx="381136" cy="18361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1989A8AF-2B50-51CF-5120-EE855CAF5236}"/>
              </a:ext>
            </a:extLst>
          </p:cNvPr>
          <p:cNvCxnSpPr>
            <a:cxnSpLocks/>
          </p:cNvCxnSpPr>
          <p:nvPr/>
        </p:nvCxnSpPr>
        <p:spPr>
          <a:xfrm>
            <a:off x="8275891" y="2926094"/>
            <a:ext cx="38113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Arrow Connector 382">
            <a:extLst>
              <a:ext uri="{FF2B5EF4-FFF2-40B4-BE49-F238E27FC236}">
                <a16:creationId xmlns:a16="http://schemas.microsoft.com/office/drawing/2014/main" id="{8807A46D-D2D7-F75A-3AC9-8E3F9FBA8688}"/>
              </a:ext>
            </a:extLst>
          </p:cNvPr>
          <p:cNvCxnSpPr>
            <a:cxnSpLocks/>
          </p:cNvCxnSpPr>
          <p:nvPr/>
        </p:nvCxnSpPr>
        <p:spPr>
          <a:xfrm>
            <a:off x="8275891" y="2926094"/>
            <a:ext cx="373309" cy="4010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89EB5E42-4C14-5686-E8DE-6D6E6838963B}"/>
              </a:ext>
            </a:extLst>
          </p:cNvPr>
          <p:cNvCxnSpPr>
            <a:cxnSpLocks/>
          </p:cNvCxnSpPr>
          <p:nvPr/>
        </p:nvCxnSpPr>
        <p:spPr>
          <a:xfrm>
            <a:off x="8275891" y="2926094"/>
            <a:ext cx="373309" cy="58567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9070FB3C-AAA7-C87F-CD8D-BFAE469887E6}"/>
              </a:ext>
            </a:extLst>
          </p:cNvPr>
          <p:cNvCxnSpPr>
            <a:cxnSpLocks/>
          </p:cNvCxnSpPr>
          <p:nvPr/>
        </p:nvCxnSpPr>
        <p:spPr>
          <a:xfrm flipV="1">
            <a:off x="8268064" y="2557051"/>
            <a:ext cx="388963" cy="77005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5A3347D-24BA-35D1-31ED-0927AD6B87D8}"/>
              </a:ext>
            </a:extLst>
          </p:cNvPr>
          <p:cNvCxnSpPr>
            <a:cxnSpLocks/>
          </p:cNvCxnSpPr>
          <p:nvPr/>
        </p:nvCxnSpPr>
        <p:spPr>
          <a:xfrm flipV="1">
            <a:off x="8268064" y="2742482"/>
            <a:ext cx="388963" cy="58462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F9F7F791-5EFC-ED7A-A6AB-175AB48BB405}"/>
              </a:ext>
            </a:extLst>
          </p:cNvPr>
          <p:cNvCxnSpPr>
            <a:cxnSpLocks/>
          </p:cNvCxnSpPr>
          <p:nvPr/>
        </p:nvCxnSpPr>
        <p:spPr>
          <a:xfrm flipV="1">
            <a:off x="8268064" y="2926094"/>
            <a:ext cx="388963" cy="4010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0127EA59-1528-0E50-C381-1CB1AC52E7DB}"/>
              </a:ext>
            </a:extLst>
          </p:cNvPr>
          <p:cNvCxnSpPr>
            <a:cxnSpLocks/>
          </p:cNvCxnSpPr>
          <p:nvPr/>
        </p:nvCxnSpPr>
        <p:spPr>
          <a:xfrm>
            <a:off x="8268064" y="3327102"/>
            <a:ext cx="38113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Arrow Connector 388">
            <a:extLst>
              <a:ext uri="{FF2B5EF4-FFF2-40B4-BE49-F238E27FC236}">
                <a16:creationId xmlns:a16="http://schemas.microsoft.com/office/drawing/2014/main" id="{07B0AF1B-67CA-C63E-D954-C55A4B6FB9E2}"/>
              </a:ext>
            </a:extLst>
          </p:cNvPr>
          <p:cNvCxnSpPr>
            <a:cxnSpLocks/>
          </p:cNvCxnSpPr>
          <p:nvPr/>
        </p:nvCxnSpPr>
        <p:spPr>
          <a:xfrm>
            <a:off x="8268064" y="3327102"/>
            <a:ext cx="381136" cy="18466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Arrow Connector 389">
            <a:extLst>
              <a:ext uri="{FF2B5EF4-FFF2-40B4-BE49-F238E27FC236}">
                <a16:creationId xmlns:a16="http://schemas.microsoft.com/office/drawing/2014/main" id="{314ED0D2-DABC-7454-38BE-98785FAA38CE}"/>
              </a:ext>
            </a:extLst>
          </p:cNvPr>
          <p:cNvCxnSpPr>
            <a:cxnSpLocks/>
          </p:cNvCxnSpPr>
          <p:nvPr/>
        </p:nvCxnSpPr>
        <p:spPr>
          <a:xfrm flipV="1">
            <a:off x="8268064" y="2557051"/>
            <a:ext cx="388963" cy="9547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A75F5603-36BA-7935-D4E8-95B83A24D929}"/>
              </a:ext>
            </a:extLst>
          </p:cNvPr>
          <p:cNvCxnSpPr>
            <a:cxnSpLocks/>
          </p:cNvCxnSpPr>
          <p:nvPr/>
        </p:nvCxnSpPr>
        <p:spPr>
          <a:xfrm flipV="1">
            <a:off x="8268064" y="2742482"/>
            <a:ext cx="388963" cy="7692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5000C8F3-A2B5-F3C6-D37C-499F4B901193}"/>
              </a:ext>
            </a:extLst>
          </p:cNvPr>
          <p:cNvCxnSpPr>
            <a:cxnSpLocks/>
          </p:cNvCxnSpPr>
          <p:nvPr/>
        </p:nvCxnSpPr>
        <p:spPr>
          <a:xfrm flipV="1">
            <a:off x="8268064" y="2926094"/>
            <a:ext cx="388963" cy="58567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43F139BC-C0AF-313E-D17D-538D92DBD9B7}"/>
              </a:ext>
            </a:extLst>
          </p:cNvPr>
          <p:cNvCxnSpPr>
            <a:cxnSpLocks/>
          </p:cNvCxnSpPr>
          <p:nvPr/>
        </p:nvCxnSpPr>
        <p:spPr>
          <a:xfrm flipV="1">
            <a:off x="8268064" y="3327102"/>
            <a:ext cx="381136" cy="18466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A87A8CBF-C88A-E089-69A8-B146E9EBA083}"/>
              </a:ext>
            </a:extLst>
          </p:cNvPr>
          <p:cNvCxnSpPr>
            <a:cxnSpLocks/>
          </p:cNvCxnSpPr>
          <p:nvPr/>
        </p:nvCxnSpPr>
        <p:spPr>
          <a:xfrm>
            <a:off x="8622910" y="3511770"/>
            <a:ext cx="38113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EEE2562A-47FE-699D-0CA9-57EC5AE67518}"/>
              </a:ext>
            </a:extLst>
          </p:cNvPr>
          <p:cNvCxnSpPr>
            <a:cxnSpLocks/>
            <a:stCxn id="241" idx="2"/>
            <a:endCxn id="235" idx="6"/>
          </p:cNvCxnSpPr>
          <p:nvPr/>
        </p:nvCxnSpPr>
        <p:spPr>
          <a:xfrm flipH="1" flipV="1">
            <a:off x="8774475" y="2557051"/>
            <a:ext cx="378505" cy="4976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Arrow Connector 422">
            <a:extLst>
              <a:ext uri="{FF2B5EF4-FFF2-40B4-BE49-F238E27FC236}">
                <a16:creationId xmlns:a16="http://schemas.microsoft.com/office/drawing/2014/main" id="{969AAE0C-FB35-CB63-1775-70205E2BA335}"/>
              </a:ext>
            </a:extLst>
          </p:cNvPr>
          <p:cNvCxnSpPr>
            <a:cxnSpLocks/>
            <a:stCxn id="241" idx="2"/>
            <a:endCxn id="236" idx="6"/>
          </p:cNvCxnSpPr>
          <p:nvPr/>
        </p:nvCxnSpPr>
        <p:spPr>
          <a:xfrm flipH="1" flipV="1">
            <a:off x="8774475" y="2742482"/>
            <a:ext cx="378505" cy="31219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75902624-3FB3-4855-5BCA-FE9DA8176051}"/>
              </a:ext>
            </a:extLst>
          </p:cNvPr>
          <p:cNvCxnSpPr>
            <a:cxnSpLocks/>
            <a:stCxn id="241" idx="2"/>
            <a:endCxn id="237" idx="6"/>
          </p:cNvCxnSpPr>
          <p:nvPr/>
        </p:nvCxnSpPr>
        <p:spPr>
          <a:xfrm flipH="1" flipV="1">
            <a:off x="8774475" y="2926094"/>
            <a:ext cx="378505" cy="12857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Arrow Connector 428">
            <a:extLst>
              <a:ext uri="{FF2B5EF4-FFF2-40B4-BE49-F238E27FC236}">
                <a16:creationId xmlns:a16="http://schemas.microsoft.com/office/drawing/2014/main" id="{BF852686-1431-BD6B-0EF4-B1CBD44700E9}"/>
              </a:ext>
            </a:extLst>
          </p:cNvPr>
          <p:cNvCxnSpPr>
            <a:cxnSpLocks/>
            <a:stCxn id="241" idx="2"/>
            <a:endCxn id="238" idx="6"/>
          </p:cNvCxnSpPr>
          <p:nvPr/>
        </p:nvCxnSpPr>
        <p:spPr>
          <a:xfrm flipH="1">
            <a:off x="8766648" y="3054672"/>
            <a:ext cx="386332" cy="27243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6BAEEA42-6D10-E5BA-67B2-5D2FAEE80FE3}"/>
              </a:ext>
            </a:extLst>
          </p:cNvPr>
          <p:cNvCxnSpPr>
            <a:cxnSpLocks/>
            <a:stCxn id="241" idx="2"/>
            <a:endCxn id="239" idx="6"/>
          </p:cNvCxnSpPr>
          <p:nvPr/>
        </p:nvCxnSpPr>
        <p:spPr>
          <a:xfrm flipH="1">
            <a:off x="8807592" y="3054672"/>
            <a:ext cx="345388" cy="45709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Rectangle: Top Corners Snipped 434">
            <a:extLst>
              <a:ext uri="{FF2B5EF4-FFF2-40B4-BE49-F238E27FC236}">
                <a16:creationId xmlns:a16="http://schemas.microsoft.com/office/drawing/2014/main" id="{8B328747-08EB-1B34-C636-F01DCF820BBF}"/>
              </a:ext>
            </a:extLst>
          </p:cNvPr>
          <p:cNvSpPr/>
          <p:nvPr/>
        </p:nvSpPr>
        <p:spPr>
          <a:xfrm rot="5400000">
            <a:off x="6341560" y="2981425"/>
            <a:ext cx="705612" cy="119726"/>
          </a:xfrm>
          <a:prstGeom prst="snip2SameRect">
            <a:avLst>
              <a:gd name="adj1" fmla="val 36453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36" name="Straight Arrow Connector 435">
            <a:extLst>
              <a:ext uri="{FF2B5EF4-FFF2-40B4-BE49-F238E27FC236}">
                <a16:creationId xmlns:a16="http://schemas.microsoft.com/office/drawing/2014/main" id="{3281C2E8-C402-7988-B97E-DEE3EA2AD303}"/>
              </a:ext>
            </a:extLst>
          </p:cNvPr>
          <p:cNvCxnSpPr>
            <a:cxnSpLocks/>
            <a:stCxn id="190" idx="3"/>
            <a:endCxn id="435" idx="1"/>
          </p:cNvCxnSpPr>
          <p:nvPr/>
        </p:nvCxnSpPr>
        <p:spPr>
          <a:xfrm>
            <a:off x="6482109" y="3038377"/>
            <a:ext cx="152394" cy="29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2B694E83-737C-DF59-49A7-AA0308E9599C}"/>
              </a:ext>
            </a:extLst>
          </p:cNvPr>
          <p:cNvSpPr txBox="1"/>
          <p:nvPr/>
        </p:nvSpPr>
        <p:spPr>
          <a:xfrm>
            <a:off x="7327157" y="2099605"/>
            <a:ext cx="14991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50" dirty="0" err="1">
                <a:latin typeface="Bahnschrift" panose="020B0502040204020203" pitchFamily="34" charset="0"/>
              </a:rPr>
              <a:t>Multilayer</a:t>
            </a:r>
            <a:r>
              <a:rPr lang="es-MX" sz="1050" dirty="0">
                <a:latin typeface="Bahnschrift" panose="020B0502040204020203" pitchFamily="34" charset="0"/>
              </a:rPr>
              <a:t> </a:t>
            </a:r>
            <a:r>
              <a:rPr lang="es-MX" sz="1050" dirty="0" err="1">
                <a:latin typeface="Bahnschrift" panose="020B0502040204020203" pitchFamily="34" charset="0"/>
              </a:rPr>
              <a:t>Perceptron</a:t>
            </a:r>
            <a:endParaRPr lang="es-MX" sz="1050" dirty="0">
              <a:latin typeface="Bahnschrift" panose="020B0502040204020203" pitchFamily="34" charset="0"/>
            </a:endParaRPr>
          </a:p>
        </p:txBody>
      </p:sp>
      <p:sp>
        <p:nvSpPr>
          <p:cNvPr id="441" name="Parallelogram 440">
            <a:extLst>
              <a:ext uri="{FF2B5EF4-FFF2-40B4-BE49-F238E27FC236}">
                <a16:creationId xmlns:a16="http://schemas.microsoft.com/office/drawing/2014/main" id="{CC3E05B3-F1E2-314F-6187-4F1AD0919F5E}"/>
              </a:ext>
            </a:extLst>
          </p:cNvPr>
          <p:cNvSpPr/>
          <p:nvPr/>
        </p:nvSpPr>
        <p:spPr>
          <a:xfrm rot="5400000">
            <a:off x="1308047" y="3955857"/>
            <a:ext cx="237991" cy="105504"/>
          </a:xfrm>
          <a:prstGeom prst="parallelogram">
            <a:avLst>
              <a:gd name="adj" fmla="val 38514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BBAD4428-7DF1-F93C-53DB-6E3833897A72}"/>
              </a:ext>
            </a:extLst>
          </p:cNvPr>
          <p:cNvSpPr txBox="1"/>
          <p:nvPr/>
        </p:nvSpPr>
        <p:spPr>
          <a:xfrm>
            <a:off x="1541751" y="3820129"/>
            <a:ext cx="1160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 err="1">
                <a:latin typeface="Bahnschrift" panose="020B0502040204020203" pitchFamily="34" charset="0"/>
              </a:rPr>
              <a:t>Graph</a:t>
            </a:r>
            <a:r>
              <a:rPr lang="es-MX" sz="800" dirty="0">
                <a:latin typeface="Bahnschrift" panose="020B0502040204020203" pitchFamily="34" charset="0"/>
              </a:rPr>
              <a:t> </a:t>
            </a:r>
            <a:r>
              <a:rPr lang="es-MX" sz="800" dirty="0" err="1">
                <a:latin typeface="Bahnschrift" panose="020B0502040204020203" pitchFamily="34" charset="0"/>
              </a:rPr>
              <a:t>Convolutional</a:t>
            </a:r>
            <a:r>
              <a:rPr lang="es-MX" sz="800" dirty="0">
                <a:latin typeface="Bahnschrift" panose="020B0502040204020203" pitchFamily="34" charset="0"/>
              </a:rPr>
              <a:t> </a:t>
            </a:r>
            <a:r>
              <a:rPr lang="es-MX" sz="800" dirty="0" err="1">
                <a:latin typeface="Bahnschrift" panose="020B0502040204020203" pitchFamily="34" charset="0"/>
              </a:rPr>
              <a:t>Layer</a:t>
            </a:r>
            <a:endParaRPr lang="es-MX" sz="800" dirty="0">
              <a:latin typeface="Bahnschrift" panose="020B0502040204020203" pitchFamily="34" charset="0"/>
            </a:endParaRPr>
          </a:p>
        </p:txBody>
      </p:sp>
      <p:sp>
        <p:nvSpPr>
          <p:cNvPr id="443" name="Rectangle: Rounded Corners 442">
            <a:extLst>
              <a:ext uri="{FF2B5EF4-FFF2-40B4-BE49-F238E27FC236}">
                <a16:creationId xmlns:a16="http://schemas.microsoft.com/office/drawing/2014/main" id="{B82FBFE0-C603-9A1F-5F9F-4660024D174F}"/>
              </a:ext>
            </a:extLst>
          </p:cNvPr>
          <p:cNvSpPr/>
          <p:nvPr/>
        </p:nvSpPr>
        <p:spPr>
          <a:xfrm>
            <a:off x="2767079" y="3888368"/>
            <a:ext cx="204466" cy="20210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7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9C4A24B7-8283-6750-E778-617BF9D12CF7}"/>
              </a:ext>
            </a:extLst>
          </p:cNvPr>
          <p:cNvSpPr txBox="1"/>
          <p:nvPr/>
        </p:nvSpPr>
        <p:spPr>
          <a:xfrm>
            <a:off x="2994546" y="3819624"/>
            <a:ext cx="908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 err="1">
                <a:latin typeface="Bahnschrift" panose="020B0502040204020203" pitchFamily="34" charset="0"/>
              </a:rPr>
              <a:t>TanH</a:t>
            </a:r>
            <a:r>
              <a:rPr lang="es-MX" sz="800" dirty="0">
                <a:latin typeface="Bahnschrift" panose="020B0502040204020203" pitchFamily="34" charset="0"/>
              </a:rPr>
              <a:t> </a:t>
            </a:r>
            <a:r>
              <a:rPr lang="es-MX" sz="800" dirty="0" err="1">
                <a:latin typeface="Bahnschrift" panose="020B0502040204020203" pitchFamily="34" charset="0"/>
              </a:rPr>
              <a:t>Activation</a:t>
            </a:r>
            <a:r>
              <a:rPr lang="es-MX" sz="800" dirty="0">
                <a:latin typeface="Bahnschrift" panose="020B0502040204020203" pitchFamily="34" charset="0"/>
              </a:rPr>
              <a:t> </a:t>
            </a:r>
            <a:r>
              <a:rPr lang="es-MX" sz="800" dirty="0" err="1">
                <a:latin typeface="Bahnschrift" panose="020B0502040204020203" pitchFamily="34" charset="0"/>
              </a:rPr>
              <a:t>Function</a:t>
            </a:r>
            <a:endParaRPr lang="es-MX" sz="800" dirty="0">
              <a:latin typeface="Bahnschrift" panose="020B0502040204020203" pitchFamily="34" charset="0"/>
            </a:endParaRPr>
          </a:p>
        </p:txBody>
      </p:sp>
      <p:sp>
        <p:nvSpPr>
          <p:cNvPr id="445" name="Rectangle: Rounded Corners 444">
            <a:extLst>
              <a:ext uri="{FF2B5EF4-FFF2-40B4-BE49-F238E27FC236}">
                <a16:creationId xmlns:a16="http://schemas.microsoft.com/office/drawing/2014/main" id="{89947C72-8F33-9F9A-308C-FDD1C0B110CD}"/>
              </a:ext>
            </a:extLst>
          </p:cNvPr>
          <p:cNvSpPr/>
          <p:nvPr/>
        </p:nvSpPr>
        <p:spPr>
          <a:xfrm>
            <a:off x="4032063" y="3875964"/>
            <a:ext cx="116862" cy="22518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7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698068CB-E522-8ED4-C7FF-41F8B9BDFDB0}"/>
              </a:ext>
            </a:extLst>
          </p:cNvPr>
          <p:cNvSpPr txBox="1"/>
          <p:nvPr/>
        </p:nvSpPr>
        <p:spPr>
          <a:xfrm>
            <a:off x="4183213" y="3819624"/>
            <a:ext cx="887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 err="1">
                <a:latin typeface="Bahnschrift" panose="020B0502040204020203" pitchFamily="34" charset="0"/>
              </a:rPr>
              <a:t>Batch</a:t>
            </a:r>
            <a:br>
              <a:rPr lang="es-MX" sz="800" dirty="0">
                <a:latin typeface="Bahnschrift" panose="020B0502040204020203" pitchFamily="34" charset="0"/>
              </a:rPr>
            </a:br>
            <a:r>
              <a:rPr lang="es-MX" sz="800" dirty="0" err="1">
                <a:latin typeface="Bahnschrift" panose="020B0502040204020203" pitchFamily="34" charset="0"/>
              </a:rPr>
              <a:t>Normalization</a:t>
            </a:r>
            <a:endParaRPr lang="es-MX" sz="800" dirty="0">
              <a:latin typeface="Bahnschrift" panose="020B0502040204020203" pitchFamily="34" charset="0"/>
            </a:endParaRPr>
          </a:p>
        </p:txBody>
      </p:sp>
      <p:sp>
        <p:nvSpPr>
          <p:cNvPr id="447" name="Rectangle: Top Corners Snipped 446">
            <a:extLst>
              <a:ext uri="{FF2B5EF4-FFF2-40B4-BE49-F238E27FC236}">
                <a16:creationId xmlns:a16="http://schemas.microsoft.com/office/drawing/2014/main" id="{843EAEB3-6B6F-04B9-5A65-537CE39DD593}"/>
              </a:ext>
            </a:extLst>
          </p:cNvPr>
          <p:cNvSpPr/>
          <p:nvPr/>
        </p:nvSpPr>
        <p:spPr>
          <a:xfrm rot="5400000">
            <a:off x="5173550" y="3952118"/>
            <a:ext cx="259358" cy="93401"/>
          </a:xfrm>
          <a:prstGeom prst="snip2SameRect">
            <a:avLst>
              <a:gd name="adj1" fmla="val 36453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8E6CFFA4-72AB-198E-DD7E-4F64138DE92E}"/>
              </a:ext>
            </a:extLst>
          </p:cNvPr>
          <p:cNvSpPr txBox="1"/>
          <p:nvPr/>
        </p:nvSpPr>
        <p:spPr>
          <a:xfrm>
            <a:off x="5376617" y="3819624"/>
            <a:ext cx="976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>
                <a:latin typeface="Bahnschrift" panose="020B0502040204020203" pitchFamily="34" charset="0"/>
              </a:rPr>
              <a:t>Global </a:t>
            </a:r>
            <a:r>
              <a:rPr lang="es-MX" sz="800" dirty="0" err="1">
                <a:latin typeface="Bahnschrift" panose="020B0502040204020203" pitchFamily="34" charset="0"/>
              </a:rPr>
              <a:t>Pooling</a:t>
            </a:r>
            <a:r>
              <a:rPr lang="es-MX" sz="800" dirty="0">
                <a:latin typeface="Bahnschrift" panose="020B0502040204020203" pitchFamily="34" charset="0"/>
              </a:rPr>
              <a:t> (min, </a:t>
            </a:r>
            <a:r>
              <a:rPr lang="es-MX" sz="800" dirty="0" err="1">
                <a:latin typeface="Bahnschrift" panose="020B0502040204020203" pitchFamily="34" charset="0"/>
              </a:rPr>
              <a:t>max</a:t>
            </a:r>
            <a:r>
              <a:rPr lang="es-MX" sz="800" dirty="0">
                <a:latin typeface="Bahnschrift" panose="020B0502040204020203" pitchFamily="34" charset="0"/>
              </a:rPr>
              <a:t>, mean)</a:t>
            </a:r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1C8F1B5B-912B-A0CE-CAA3-142455D3ECDD}"/>
              </a:ext>
            </a:extLst>
          </p:cNvPr>
          <p:cNvSpPr/>
          <p:nvPr/>
        </p:nvSpPr>
        <p:spPr>
          <a:xfrm>
            <a:off x="6528090" y="3894177"/>
            <a:ext cx="198000" cy="1980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808431DF-1E21-AF8E-5FD4-00E571F3B7B6}"/>
              </a:ext>
            </a:extLst>
          </p:cNvPr>
          <p:cNvSpPr txBox="1"/>
          <p:nvPr/>
        </p:nvSpPr>
        <p:spPr>
          <a:xfrm>
            <a:off x="6731588" y="3887093"/>
            <a:ext cx="9764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>
                <a:latin typeface="Bahnschrift" panose="020B0502040204020203" pitchFamily="34" charset="0"/>
              </a:rPr>
              <a:t>MLP Input</a:t>
            </a:r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5D0E90FD-C668-D937-ECDC-3781EFC6646F}"/>
              </a:ext>
            </a:extLst>
          </p:cNvPr>
          <p:cNvSpPr/>
          <p:nvPr/>
        </p:nvSpPr>
        <p:spPr>
          <a:xfrm>
            <a:off x="7508394" y="3901645"/>
            <a:ext cx="198000" cy="1980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39BDFA12-7216-631E-2531-642D94870DE8}"/>
              </a:ext>
            </a:extLst>
          </p:cNvPr>
          <p:cNvSpPr txBox="1"/>
          <p:nvPr/>
        </p:nvSpPr>
        <p:spPr>
          <a:xfrm>
            <a:off x="7698244" y="3894561"/>
            <a:ext cx="9764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 err="1">
                <a:latin typeface="Bahnschrift" panose="020B0502040204020203" pitchFamily="34" charset="0"/>
              </a:rPr>
              <a:t>TanH</a:t>
            </a:r>
            <a:r>
              <a:rPr lang="es-MX" sz="800" dirty="0">
                <a:latin typeface="Bahnschrift" panose="020B0502040204020203" pitchFamily="34" charset="0"/>
              </a:rPr>
              <a:t> </a:t>
            </a:r>
            <a:r>
              <a:rPr lang="es-MX" sz="800" dirty="0" err="1">
                <a:latin typeface="Bahnschrift" panose="020B0502040204020203" pitchFamily="34" charset="0"/>
              </a:rPr>
              <a:t>Neuron</a:t>
            </a:r>
            <a:endParaRPr lang="es-MX" sz="800" dirty="0">
              <a:latin typeface="Bahnschrift" panose="020B0502040204020203" pitchFamily="34" charset="0"/>
            </a:endParaRPr>
          </a:p>
        </p:txBody>
      </p:sp>
      <p:sp>
        <p:nvSpPr>
          <p:cNvPr id="453" name="Oval 452">
            <a:extLst>
              <a:ext uri="{FF2B5EF4-FFF2-40B4-BE49-F238E27FC236}">
                <a16:creationId xmlns:a16="http://schemas.microsoft.com/office/drawing/2014/main" id="{8CB26BE3-02F8-CAA8-8638-CE3CCF1D156B}"/>
              </a:ext>
            </a:extLst>
          </p:cNvPr>
          <p:cNvSpPr/>
          <p:nvPr/>
        </p:nvSpPr>
        <p:spPr>
          <a:xfrm>
            <a:off x="8610756" y="3903919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78A8F69E-0400-81EF-9397-4DE18FB028C0}"/>
              </a:ext>
            </a:extLst>
          </p:cNvPr>
          <p:cNvSpPr txBox="1"/>
          <p:nvPr/>
        </p:nvSpPr>
        <p:spPr>
          <a:xfrm>
            <a:off x="8800606" y="3896835"/>
            <a:ext cx="8005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 err="1">
                <a:latin typeface="Bahnschrift" panose="020B0502040204020203" pitchFamily="34" charset="0"/>
              </a:rPr>
              <a:t>ReLU</a:t>
            </a:r>
            <a:r>
              <a:rPr lang="es-MX" sz="800" dirty="0">
                <a:latin typeface="Bahnschrift" panose="020B0502040204020203" pitchFamily="34" charset="0"/>
              </a:rPr>
              <a:t> </a:t>
            </a:r>
            <a:r>
              <a:rPr lang="es-MX" sz="800" dirty="0" err="1">
                <a:latin typeface="Bahnschrift" panose="020B0502040204020203" pitchFamily="34" charset="0"/>
              </a:rPr>
              <a:t>Neuron</a:t>
            </a:r>
            <a:endParaRPr lang="es-MX" sz="800" dirty="0">
              <a:latin typeface="Bahnschrift" panose="020B0502040204020203" pitchFamily="34" charset="0"/>
            </a:endParaRPr>
          </a:p>
        </p:txBody>
      </p:sp>
      <p:sp>
        <p:nvSpPr>
          <p:cNvPr id="455" name="Rectangle: Rounded Corners 454">
            <a:extLst>
              <a:ext uri="{FF2B5EF4-FFF2-40B4-BE49-F238E27FC236}">
                <a16:creationId xmlns:a16="http://schemas.microsoft.com/office/drawing/2014/main" id="{F71511FA-E604-3CC1-260B-64FF7E637275}"/>
              </a:ext>
            </a:extLst>
          </p:cNvPr>
          <p:cNvSpPr/>
          <p:nvPr/>
        </p:nvSpPr>
        <p:spPr>
          <a:xfrm>
            <a:off x="9797947" y="2857871"/>
            <a:ext cx="381136" cy="353805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03B077D5-17E7-2C9C-CFDF-23F14E8595F2}"/>
                  </a:ext>
                </a:extLst>
              </p:cNvPr>
              <p:cNvSpPr txBox="1"/>
              <p:nvPr/>
            </p:nvSpPr>
            <p:spPr>
              <a:xfrm>
                <a:off x="9800714" y="2887135"/>
                <a:ext cx="39402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s-MX" sz="1400" dirty="0"/>
              </a:p>
            </p:txBody>
          </p:sp>
        </mc:Choice>
        <mc:Fallback xmlns="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03B077D5-17E7-2C9C-CFDF-23F14E859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714" y="2887135"/>
                <a:ext cx="394026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8" name="Arrow: Right 457">
            <a:extLst>
              <a:ext uri="{FF2B5EF4-FFF2-40B4-BE49-F238E27FC236}">
                <a16:creationId xmlns:a16="http://schemas.microsoft.com/office/drawing/2014/main" id="{60F47032-3DDD-DBD8-1B49-320D28AA9BBD}"/>
              </a:ext>
            </a:extLst>
          </p:cNvPr>
          <p:cNvSpPr/>
          <p:nvPr/>
        </p:nvSpPr>
        <p:spPr>
          <a:xfrm>
            <a:off x="9371738" y="2955055"/>
            <a:ext cx="313509" cy="18618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1D0E3E86-4546-5F5F-BE7A-2E2267C0FEEE}"/>
              </a:ext>
            </a:extLst>
          </p:cNvPr>
          <p:cNvSpPr txBox="1"/>
          <p:nvPr/>
        </p:nvSpPr>
        <p:spPr>
          <a:xfrm>
            <a:off x="9723210" y="2099605"/>
            <a:ext cx="5822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50" dirty="0">
                <a:latin typeface="Bahnschrift" panose="020B0502040204020203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978223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B343-B0B5-304E-E6B1-C5BEB4EE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674DDDD-4D88-6D96-CFAE-10872B5E2D14}"/>
              </a:ext>
            </a:extLst>
          </p:cNvPr>
          <p:cNvCxnSpPr>
            <a:cxnSpLocks/>
            <a:stCxn id="9" idx="3"/>
            <a:endCxn id="35" idx="1"/>
          </p:cNvCxnSpPr>
          <p:nvPr/>
        </p:nvCxnSpPr>
        <p:spPr>
          <a:xfrm flipV="1">
            <a:off x="6053615" y="2611025"/>
            <a:ext cx="2695658" cy="1325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F08904B-6EA1-9A8A-D595-9D7B2DF854CA}"/>
              </a:ext>
            </a:extLst>
          </p:cNvPr>
          <p:cNvCxnSpPr>
            <a:cxnSpLocks/>
            <a:stCxn id="10" idx="3"/>
            <a:endCxn id="36" idx="1"/>
          </p:cNvCxnSpPr>
          <p:nvPr/>
        </p:nvCxnSpPr>
        <p:spPr>
          <a:xfrm flipV="1">
            <a:off x="6053614" y="2223088"/>
            <a:ext cx="2695658" cy="1325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29F8E4C-75B7-063C-B294-E4D5699E880E}"/>
              </a:ext>
            </a:extLst>
          </p:cNvPr>
          <p:cNvCxnSpPr>
            <a:cxnSpLocks/>
            <a:stCxn id="11" idx="3"/>
            <a:endCxn id="37" idx="1"/>
          </p:cNvCxnSpPr>
          <p:nvPr/>
        </p:nvCxnSpPr>
        <p:spPr>
          <a:xfrm flipV="1">
            <a:off x="6053613" y="1596887"/>
            <a:ext cx="2695658" cy="1325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Oval 489">
            <a:extLst>
              <a:ext uri="{FF2B5EF4-FFF2-40B4-BE49-F238E27FC236}">
                <a16:creationId xmlns:a16="http://schemas.microsoft.com/office/drawing/2014/main" id="{156A2861-858B-578B-9B6E-68F00FC86B76}"/>
              </a:ext>
            </a:extLst>
          </p:cNvPr>
          <p:cNvSpPr/>
          <p:nvPr/>
        </p:nvSpPr>
        <p:spPr>
          <a:xfrm>
            <a:off x="7161220" y="1823675"/>
            <a:ext cx="1353966" cy="11155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FCDE4EA1-83C6-4D1A-B70C-0ED11EF3B565}"/>
              </a:ext>
            </a:extLst>
          </p:cNvPr>
          <p:cNvSpPr/>
          <p:nvPr/>
        </p:nvSpPr>
        <p:spPr>
          <a:xfrm>
            <a:off x="6257499" y="1403581"/>
            <a:ext cx="966572" cy="9455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B95ED1A-CA03-9FC2-0A99-623D23217EF2}"/>
              </a:ext>
            </a:extLst>
          </p:cNvPr>
          <p:cNvSpPr txBox="1"/>
          <p:nvPr/>
        </p:nvSpPr>
        <p:spPr>
          <a:xfrm>
            <a:off x="193192" y="1280621"/>
            <a:ext cx="901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50" dirty="0" err="1">
                <a:latin typeface="Bahnschrift" panose="020B0502040204020203" pitchFamily="34" charset="0"/>
              </a:rPr>
              <a:t>SnapPy</a:t>
            </a:r>
            <a:r>
              <a:rPr lang="es-MX" sz="1050" dirty="0">
                <a:latin typeface="Bahnschrift" panose="020B0502040204020203" pitchFamily="34" charset="0"/>
              </a:rPr>
              <a:t> </a:t>
            </a:r>
            <a:r>
              <a:rPr lang="es-MX" sz="1050" dirty="0" err="1">
                <a:latin typeface="Bahnschrift" panose="020B0502040204020203" pitchFamily="34" charset="0"/>
              </a:rPr>
              <a:t>Database</a:t>
            </a:r>
            <a:endParaRPr lang="es-MX" sz="1050" dirty="0">
              <a:latin typeface="Bahnschrift" panose="020B0502040204020203" pitchFamily="34" charset="0"/>
            </a:endParaRPr>
          </a:p>
        </p:txBody>
      </p:sp>
      <p:pic>
        <p:nvPicPr>
          <p:cNvPr id="1026" name="Picture 2" descr="SnapPy logo">
            <a:extLst>
              <a:ext uri="{FF2B5EF4-FFF2-40B4-BE49-F238E27FC236}">
                <a16:creationId xmlns:a16="http://schemas.microsoft.com/office/drawing/2014/main" id="{EC7A1235-1A17-5AC3-5DFB-48EEAD704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65" y="1684648"/>
            <a:ext cx="869708" cy="86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189532-0C60-B730-A033-323491C9AFE8}"/>
              </a:ext>
            </a:extLst>
          </p:cNvPr>
          <p:cNvSpPr/>
          <p:nvPr/>
        </p:nvSpPr>
        <p:spPr>
          <a:xfrm>
            <a:off x="1605427" y="1176793"/>
            <a:ext cx="1574247" cy="1192734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Knot</a:t>
            </a:r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s-MX" sz="9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Dataset</a:t>
            </a:r>
            <a:endParaRPr lang="es-MX" sz="9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49AED8-FF96-E93E-DB04-A6EB7D7617A8}"/>
              </a:ext>
            </a:extLst>
          </p:cNvPr>
          <p:cNvSpPr/>
          <p:nvPr/>
        </p:nvSpPr>
        <p:spPr>
          <a:xfrm>
            <a:off x="1601091" y="2465910"/>
            <a:ext cx="1578583" cy="290229"/>
          </a:xfrm>
          <a:prstGeom prst="roundRect">
            <a:avLst>
              <a:gd name="adj" fmla="val 19178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Link </a:t>
            </a:r>
            <a:r>
              <a:rPr lang="es-MX" sz="9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Dataset</a:t>
            </a:r>
            <a:endParaRPr lang="es-MX" sz="9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7B4877-8DD8-E772-CCAE-E214FE043DB9}"/>
              </a:ext>
            </a:extLst>
          </p:cNvPr>
          <p:cNvSpPr/>
          <p:nvPr/>
        </p:nvSpPr>
        <p:spPr>
          <a:xfrm>
            <a:off x="4475032" y="2467235"/>
            <a:ext cx="1578583" cy="290229"/>
          </a:xfrm>
          <a:prstGeom prst="roundRect">
            <a:avLst>
              <a:gd name="adj" fmla="val 16438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Link Test Set A</a:t>
            </a:r>
            <a:endParaRPr lang="es-MX" sz="7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759189-6219-98D7-66D6-D86A517D233D}"/>
              </a:ext>
            </a:extLst>
          </p:cNvPr>
          <p:cNvSpPr/>
          <p:nvPr/>
        </p:nvSpPr>
        <p:spPr>
          <a:xfrm>
            <a:off x="4475031" y="2079298"/>
            <a:ext cx="1578583" cy="290229"/>
          </a:xfrm>
          <a:prstGeom prst="roundRect">
            <a:avLst>
              <a:gd name="adj" fmla="val 16438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Test Set A</a:t>
            </a:r>
            <a:endParaRPr lang="es-MX" sz="9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E4A8CC-5231-1971-74D0-FB777FF177D5}"/>
              </a:ext>
            </a:extLst>
          </p:cNvPr>
          <p:cNvSpPr/>
          <p:nvPr/>
        </p:nvSpPr>
        <p:spPr>
          <a:xfrm>
            <a:off x="4475030" y="1176793"/>
            <a:ext cx="1578583" cy="842838"/>
          </a:xfrm>
          <a:prstGeom prst="roundRect">
            <a:avLst>
              <a:gd name="adj" fmla="val 9434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Train Set A</a:t>
            </a:r>
            <a:endParaRPr lang="es-MX" sz="9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70FD8E-7208-63BC-263C-E1ADB8181ED5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179674" y="2611025"/>
            <a:ext cx="1295358" cy="1325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57432FF-D151-BB17-4590-BFCA8E39C833}"/>
              </a:ext>
            </a:extLst>
          </p:cNvPr>
          <p:cNvCxnSpPr>
            <a:stCxn id="1026" idx="3"/>
            <a:endCxn id="3" idx="1"/>
          </p:cNvCxnSpPr>
          <p:nvPr/>
        </p:nvCxnSpPr>
        <p:spPr>
          <a:xfrm flipV="1">
            <a:off x="1111673" y="1773160"/>
            <a:ext cx="493754" cy="346342"/>
          </a:xfrm>
          <a:prstGeom prst="bent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1789854-A8EC-D4D2-A31F-DC3448C347FF}"/>
              </a:ext>
            </a:extLst>
          </p:cNvPr>
          <p:cNvCxnSpPr>
            <a:cxnSpLocks/>
            <a:stCxn id="1026" idx="3"/>
            <a:endCxn id="6" idx="1"/>
          </p:cNvCxnSpPr>
          <p:nvPr/>
        </p:nvCxnSpPr>
        <p:spPr>
          <a:xfrm>
            <a:off x="1111673" y="2119502"/>
            <a:ext cx="489418" cy="491523"/>
          </a:xfrm>
          <a:prstGeom prst="bent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EAA8BC8-3B87-4F81-EFA4-BA40E443F1CA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3179674" y="1598212"/>
            <a:ext cx="1295356" cy="174948"/>
          </a:xfrm>
          <a:prstGeom prst="bent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E1D3FAB-2F77-48B5-1737-80AC8E421562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3179674" y="1773160"/>
            <a:ext cx="1295357" cy="451253"/>
          </a:xfrm>
          <a:prstGeom prst="bent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EBCD215-6C06-C085-3B43-8F9D13A5DC59}"/>
              </a:ext>
            </a:extLst>
          </p:cNvPr>
          <p:cNvSpPr txBox="1"/>
          <p:nvPr/>
        </p:nvSpPr>
        <p:spPr>
          <a:xfrm>
            <a:off x="4475030" y="820769"/>
            <a:ext cx="15785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50" dirty="0" err="1">
                <a:latin typeface="Bahnschrift" panose="020B0502040204020203" pitchFamily="34" charset="0"/>
              </a:rPr>
              <a:t>Experiment</a:t>
            </a:r>
            <a:r>
              <a:rPr lang="es-MX" sz="1050" dirty="0">
                <a:latin typeface="Bahnschrift" panose="020B0502040204020203" pitchFamily="34" charset="0"/>
              </a:rPr>
              <a:t> A </a:t>
            </a:r>
            <a:r>
              <a:rPr lang="es-MX" sz="1050" dirty="0" err="1">
                <a:latin typeface="Bahnschrift" panose="020B0502040204020203" pitchFamily="34" charset="0"/>
              </a:rPr>
              <a:t>Datasets</a:t>
            </a:r>
            <a:endParaRPr lang="es-MX" sz="1050" dirty="0">
              <a:latin typeface="Bahnschrift" panose="020B0502040204020203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7EF1993-A2F4-BC08-4BB7-F95F42E8F0DE}"/>
              </a:ext>
            </a:extLst>
          </p:cNvPr>
          <p:cNvSpPr/>
          <p:nvPr/>
        </p:nvSpPr>
        <p:spPr>
          <a:xfrm>
            <a:off x="8749273" y="2465910"/>
            <a:ext cx="3182860" cy="290229"/>
          </a:xfrm>
          <a:prstGeom prst="roundRect">
            <a:avLst>
              <a:gd name="adj" fmla="val 16438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Link Test Set B</a:t>
            </a:r>
            <a:endParaRPr lang="es-MX" sz="7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6BDF2FC-5265-DD38-D4E3-DF1CC54DFE9D}"/>
              </a:ext>
            </a:extLst>
          </p:cNvPr>
          <p:cNvSpPr/>
          <p:nvPr/>
        </p:nvSpPr>
        <p:spPr>
          <a:xfrm>
            <a:off x="8749272" y="2077973"/>
            <a:ext cx="3182861" cy="290229"/>
          </a:xfrm>
          <a:prstGeom prst="roundRect">
            <a:avLst>
              <a:gd name="adj" fmla="val 16438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Test Set B</a:t>
            </a:r>
            <a:endParaRPr lang="es-MX" sz="7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7D58658-811E-E8F6-D08E-FF28DCDF63BF}"/>
              </a:ext>
            </a:extLst>
          </p:cNvPr>
          <p:cNvSpPr/>
          <p:nvPr/>
        </p:nvSpPr>
        <p:spPr>
          <a:xfrm>
            <a:off x="8749271" y="1175468"/>
            <a:ext cx="3182862" cy="842838"/>
          </a:xfrm>
          <a:prstGeom prst="roundRect">
            <a:avLst>
              <a:gd name="adj" fmla="val 9434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Train Set B</a:t>
            </a:r>
            <a:endParaRPr lang="es-MX" sz="9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2B9DEF-8C26-3A5D-83C1-24CD3DFAA558}"/>
              </a:ext>
            </a:extLst>
          </p:cNvPr>
          <p:cNvSpPr txBox="1"/>
          <p:nvPr/>
        </p:nvSpPr>
        <p:spPr>
          <a:xfrm>
            <a:off x="9551410" y="825629"/>
            <a:ext cx="15785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50" dirty="0" err="1">
                <a:latin typeface="Bahnschrift" panose="020B0502040204020203" pitchFamily="34" charset="0"/>
              </a:rPr>
              <a:t>Experiment</a:t>
            </a:r>
            <a:r>
              <a:rPr lang="es-MX" sz="1050" dirty="0">
                <a:latin typeface="Bahnschrift" panose="020B0502040204020203" pitchFamily="34" charset="0"/>
              </a:rPr>
              <a:t> B </a:t>
            </a:r>
            <a:r>
              <a:rPr lang="es-MX" sz="1050" dirty="0" err="1">
                <a:latin typeface="Bahnschrift" panose="020B0502040204020203" pitchFamily="34" charset="0"/>
              </a:rPr>
              <a:t>Datasets</a:t>
            </a:r>
            <a:endParaRPr lang="es-MX" sz="1050" dirty="0">
              <a:latin typeface="Bahnschrift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4554D5-5E9F-A476-A340-D60DF89B2B48}"/>
              </a:ext>
            </a:extLst>
          </p:cNvPr>
          <p:cNvSpPr txBox="1"/>
          <p:nvPr/>
        </p:nvSpPr>
        <p:spPr>
          <a:xfrm>
            <a:off x="6316101" y="1034249"/>
            <a:ext cx="219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err="1">
                <a:latin typeface="Grandview Display" panose="020B0502040204020203" pitchFamily="34" charset="0"/>
              </a:rPr>
              <a:t>Knot</a:t>
            </a:r>
            <a:r>
              <a:rPr lang="es-MX" sz="900" dirty="0">
                <a:latin typeface="Grandview Display" panose="020B0502040204020203" pitchFamily="34" charset="0"/>
              </a:rPr>
              <a:t> </a:t>
            </a:r>
            <a:r>
              <a:rPr lang="es-MX" sz="900" dirty="0" err="1">
                <a:latin typeface="Grandview Display" panose="020B0502040204020203" pitchFamily="34" charset="0"/>
              </a:rPr>
              <a:t>augmentation</a:t>
            </a:r>
            <a:r>
              <a:rPr lang="es-MX" sz="900" dirty="0">
                <a:latin typeface="Grandview Display" panose="020B0502040204020203" pitchFamily="34" charset="0"/>
              </a:rPr>
              <a:t> </a:t>
            </a:r>
            <a:r>
              <a:rPr lang="es-MX" sz="900" dirty="0" err="1">
                <a:latin typeface="Grandview Display" panose="020B0502040204020203" pitchFamily="34" charset="0"/>
              </a:rPr>
              <a:t>algorithm</a:t>
            </a:r>
            <a:r>
              <a:rPr lang="es-MX" sz="900" dirty="0">
                <a:latin typeface="Grandview Display" panose="020B0502040204020203" pitchFamily="34" charset="0"/>
              </a:rPr>
              <a:t> </a:t>
            </a:r>
            <a:r>
              <a:rPr lang="es-MX" sz="900" dirty="0" err="1">
                <a:latin typeface="Grandview Display" panose="020B0502040204020203" pitchFamily="34" charset="0"/>
              </a:rPr>
              <a:t>to</a:t>
            </a:r>
            <a:r>
              <a:rPr lang="es-MX" sz="900" dirty="0">
                <a:latin typeface="Grandview Display" panose="020B0502040204020203" pitchFamily="34" charset="0"/>
              </a:rPr>
              <a:t> </a:t>
            </a:r>
            <a:r>
              <a:rPr lang="es-MX" sz="900" dirty="0" err="1">
                <a:latin typeface="Grandview Display" panose="020B0502040204020203" pitchFamily="34" charset="0"/>
              </a:rPr>
              <a:t>add</a:t>
            </a:r>
            <a:r>
              <a:rPr lang="es-MX" sz="900" dirty="0">
                <a:latin typeface="Grandview Display" panose="020B0502040204020203" pitchFamily="34" charset="0"/>
              </a:rPr>
              <a:t> 30 extra </a:t>
            </a:r>
            <a:r>
              <a:rPr lang="es-MX" sz="900" dirty="0" err="1">
                <a:latin typeface="Grandview Display" panose="020B0502040204020203" pitchFamily="34" charset="0"/>
              </a:rPr>
              <a:t>samples</a:t>
            </a:r>
            <a:r>
              <a:rPr lang="es-MX" sz="900" dirty="0">
                <a:latin typeface="Grandview Display" panose="020B0502040204020203" pitchFamily="34" charset="0"/>
              </a:rPr>
              <a:t> per </a:t>
            </a:r>
            <a:r>
              <a:rPr lang="es-MX" sz="900" dirty="0" err="1">
                <a:latin typeface="Grandview Display" panose="020B0502040204020203" pitchFamily="34" charset="0"/>
              </a:rPr>
              <a:t>knot</a:t>
            </a:r>
            <a:r>
              <a:rPr lang="es-MX" sz="900" dirty="0">
                <a:latin typeface="Grandview Display" panose="020B0502040204020203" pitchFamily="34" charset="0"/>
              </a:rPr>
              <a:t>/link.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0620D229-001B-39A8-E0E6-51261F02BE47}"/>
              </a:ext>
            </a:extLst>
          </p:cNvPr>
          <p:cNvSpPr txBox="1"/>
          <p:nvPr/>
        </p:nvSpPr>
        <p:spPr>
          <a:xfrm>
            <a:off x="3276995" y="1034249"/>
            <a:ext cx="1105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err="1">
                <a:latin typeface="Grandview Display" panose="020B0502040204020203" pitchFamily="34" charset="0"/>
              </a:rPr>
              <a:t>Perform</a:t>
            </a:r>
            <a:r>
              <a:rPr lang="es-MX" sz="900" dirty="0">
                <a:latin typeface="Grandview Display" panose="020B0502040204020203" pitchFamily="34" charset="0"/>
              </a:rPr>
              <a:t> a 4:1 </a:t>
            </a:r>
            <a:r>
              <a:rPr lang="es-MX" sz="900" dirty="0" err="1">
                <a:latin typeface="Grandview Display" panose="020B0502040204020203" pitchFamily="34" charset="0"/>
              </a:rPr>
              <a:t>random</a:t>
            </a:r>
            <a:r>
              <a:rPr lang="es-MX" sz="900" dirty="0">
                <a:latin typeface="Grandview Display" panose="020B0502040204020203" pitchFamily="34" charset="0"/>
              </a:rPr>
              <a:t> </a:t>
            </a:r>
            <a:r>
              <a:rPr lang="es-MX" sz="900" dirty="0" err="1">
                <a:latin typeface="Grandview Display" panose="020B0502040204020203" pitchFamily="34" charset="0"/>
              </a:rPr>
              <a:t>split</a:t>
            </a:r>
            <a:r>
              <a:rPr lang="es-MX" sz="900" dirty="0">
                <a:latin typeface="Grandview Display" panose="020B0502040204020203" pitchFamily="34" charset="0"/>
              </a:rPr>
              <a:t>.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A777852F-4DAE-EED9-C19E-BB8E24F0CB3C}"/>
              </a:ext>
            </a:extLst>
          </p:cNvPr>
          <p:cNvGrpSpPr/>
          <p:nvPr/>
        </p:nvGrpSpPr>
        <p:grpSpPr>
          <a:xfrm>
            <a:off x="6357764" y="1525069"/>
            <a:ext cx="711511" cy="675599"/>
            <a:chOff x="6358156" y="1489476"/>
            <a:chExt cx="1384560" cy="1297440"/>
          </a:xfrm>
        </p:grpSpPr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FD0BD11C-8688-FA4D-695F-040632FACFED}"/>
                </a:ext>
              </a:extLst>
            </p:cNvPr>
            <p:cNvGrpSpPr/>
            <p:nvPr/>
          </p:nvGrpSpPr>
          <p:grpSpPr>
            <a:xfrm>
              <a:off x="6358156" y="1489476"/>
              <a:ext cx="1274040" cy="1064880"/>
              <a:chOff x="8063156" y="1109794"/>
              <a:chExt cx="1274040" cy="1064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464" name="Ink 463">
                    <a:extLst>
                      <a:ext uri="{FF2B5EF4-FFF2-40B4-BE49-F238E27FC236}">
                        <a16:creationId xmlns:a16="http://schemas.microsoft.com/office/drawing/2014/main" id="{31117EF0-89BA-6C16-6792-917DA0DF6D64}"/>
                      </a:ext>
                    </a:extLst>
                  </p14:cNvPr>
                  <p14:cNvContentPartPr/>
                  <p14:nvPr/>
                </p14:nvContentPartPr>
                <p14:xfrm>
                  <a:off x="8637356" y="1109794"/>
                  <a:ext cx="699840" cy="803160"/>
                </p14:xfrm>
              </p:contentPart>
            </mc:Choice>
            <mc:Fallback xmlns=""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E6CD6F52-53AF-7F71-E487-0AC697D2227C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8619356" y="1092154"/>
                    <a:ext cx="735480" cy="83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465" name="Ink 464">
                    <a:extLst>
                      <a:ext uri="{FF2B5EF4-FFF2-40B4-BE49-F238E27FC236}">
                        <a16:creationId xmlns:a16="http://schemas.microsoft.com/office/drawing/2014/main" id="{FCA3B37A-EE73-02A1-3DB7-A13B07B523B7}"/>
                      </a:ext>
                    </a:extLst>
                  </p14:cNvPr>
                  <p14:cNvContentPartPr/>
                  <p14:nvPr/>
                </p14:nvContentPartPr>
                <p14:xfrm>
                  <a:off x="8063156" y="1716754"/>
                  <a:ext cx="989280" cy="457920"/>
                </p14:xfrm>
              </p:contentPart>
            </mc:Choice>
            <mc:Fallback xmlns=""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507E3C9C-387F-B0E6-06F6-D39F84087F65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8045516" y="1698754"/>
                    <a:ext cx="1024920" cy="4935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7CC21882-6A2F-FAD9-F60E-5A9FABFBC61F}"/>
                    </a:ext>
                  </a:extLst>
                </p14:cNvPr>
                <p14:cNvContentPartPr/>
                <p14:nvPr/>
              </p14:nvContentPartPr>
              <p14:xfrm>
                <a:off x="7045036" y="2064036"/>
                <a:ext cx="697680" cy="7228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7CC21882-6A2F-FAD9-F60E-5A9FABFBC61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010012" y="2029482"/>
                  <a:ext cx="767028" cy="7912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FF51C6A5-D1AF-1010-9F1B-4CBB940084AA}"/>
              </a:ext>
            </a:extLst>
          </p:cNvPr>
          <p:cNvGrpSpPr/>
          <p:nvPr/>
        </p:nvGrpSpPr>
        <p:grpSpPr>
          <a:xfrm>
            <a:off x="7246956" y="1877442"/>
            <a:ext cx="1198164" cy="833563"/>
            <a:chOff x="927308" y="1100080"/>
            <a:chExt cx="1844315" cy="11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4E864169-1B18-B8C2-DAED-50E773C03FF2}"/>
                    </a:ext>
                  </a:extLst>
                </p14:cNvPr>
                <p14:cNvContentPartPr/>
                <p14:nvPr/>
              </p14:nvContentPartPr>
              <p14:xfrm>
                <a:off x="1533943" y="1153518"/>
                <a:ext cx="1237680" cy="70992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4E864169-1B18-B8C2-DAED-50E773C03FF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06242" y="1128432"/>
                  <a:ext cx="1292528" cy="7595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DDF778AD-88B6-F95D-18DB-BCA93B78BC88}"/>
                    </a:ext>
                  </a:extLst>
                </p14:cNvPr>
                <p14:cNvContentPartPr/>
                <p14:nvPr/>
              </p14:nvContentPartPr>
              <p14:xfrm>
                <a:off x="1901106" y="1572494"/>
                <a:ext cx="424800" cy="1472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DDF778AD-88B6-F95D-18DB-BCA93B78BC8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73414" y="1547368"/>
                  <a:ext cx="479631" cy="1969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59EB4B14-F3E0-31D3-F7A5-94B12E0F69B4}"/>
                    </a:ext>
                  </a:extLst>
                </p14:cNvPr>
                <p14:cNvContentPartPr/>
                <p14:nvPr/>
              </p14:nvContentPartPr>
              <p14:xfrm rot="20257648">
                <a:off x="2051962" y="1652446"/>
                <a:ext cx="70920" cy="3240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59EB4B14-F3E0-31D3-F7A5-94B12E0F69B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 rot="20257648">
                  <a:off x="2024259" y="1627523"/>
                  <a:ext cx="125772" cy="817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6563343A-2723-5F9D-620B-1F4AD266F542}"/>
                    </a:ext>
                  </a:extLst>
                </p14:cNvPr>
                <p14:cNvContentPartPr/>
                <p14:nvPr/>
              </p14:nvContentPartPr>
              <p14:xfrm>
                <a:off x="1635394" y="1654638"/>
                <a:ext cx="113760" cy="2736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6563343A-2723-5F9D-620B-1F4AD266F54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607782" y="1629765"/>
                  <a:ext cx="168431" cy="7660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1E45232D-B60A-D250-FEF1-8A0F9B2709E2}"/>
                </a:ext>
              </a:extLst>
            </p:cNvPr>
            <p:cNvGrpSpPr/>
            <p:nvPr/>
          </p:nvGrpSpPr>
          <p:grpSpPr>
            <a:xfrm>
              <a:off x="927308" y="1675248"/>
              <a:ext cx="1046520" cy="442800"/>
              <a:chOff x="5768082" y="1658884"/>
              <a:chExt cx="1046520" cy="442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473" name="Ink 472">
                    <a:extLst>
                      <a:ext uri="{FF2B5EF4-FFF2-40B4-BE49-F238E27FC236}">
                        <a16:creationId xmlns:a16="http://schemas.microsoft.com/office/drawing/2014/main" id="{FDDA5041-679E-EFA7-93FA-742E4D28FA9C}"/>
                      </a:ext>
                    </a:extLst>
                  </p14:cNvPr>
                  <p14:cNvContentPartPr/>
                  <p14:nvPr/>
                </p14:nvContentPartPr>
                <p14:xfrm>
                  <a:off x="5768082" y="1770844"/>
                  <a:ext cx="1046520" cy="330840"/>
                </p14:xfrm>
              </p:contentPart>
            </mc:Choice>
            <mc:Fallback xmlns="">
              <p:pic>
                <p:nvPicPr>
                  <p:cNvPr id="473" name="Ink 472">
                    <a:extLst>
                      <a:ext uri="{FF2B5EF4-FFF2-40B4-BE49-F238E27FC236}">
                        <a16:creationId xmlns:a16="http://schemas.microsoft.com/office/drawing/2014/main" id="{FDDA5041-679E-EFA7-93FA-742E4D28FA9C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5740936" y="1745780"/>
                    <a:ext cx="1101367" cy="3804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474" name="Ink 473">
                    <a:extLst>
                      <a:ext uri="{FF2B5EF4-FFF2-40B4-BE49-F238E27FC236}">
                        <a16:creationId xmlns:a16="http://schemas.microsoft.com/office/drawing/2014/main" id="{D67E1B53-BBC8-2CFF-C738-403FC5DD5833}"/>
                      </a:ext>
                    </a:extLst>
                  </p14:cNvPr>
                  <p14:cNvContentPartPr/>
                  <p14:nvPr/>
                </p14:nvContentPartPr>
                <p14:xfrm>
                  <a:off x="6124842" y="1658884"/>
                  <a:ext cx="199440" cy="85680"/>
                </p14:xfrm>
              </p:contentPart>
            </mc:Choice>
            <mc:Fallback xmlns="">
              <p:pic>
                <p:nvPicPr>
                  <p:cNvPr id="474" name="Ink 473">
                    <a:extLst>
                      <a:ext uri="{FF2B5EF4-FFF2-40B4-BE49-F238E27FC236}">
                        <a16:creationId xmlns:a16="http://schemas.microsoft.com/office/drawing/2014/main" id="{D67E1B53-BBC8-2CFF-C738-403FC5DD5833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6097142" y="1633831"/>
                    <a:ext cx="254286" cy="135284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78FB7E0A-4847-B2A3-9347-E3EF908F8DAF}"/>
                    </a:ext>
                  </a:extLst>
                </p14:cNvPr>
                <p14:cNvContentPartPr/>
                <p14:nvPr/>
              </p14:nvContentPartPr>
              <p14:xfrm>
                <a:off x="979091" y="1100080"/>
                <a:ext cx="1738800" cy="11613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78FB7E0A-4847-B2A3-9347-E3EF908F8DA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1940" y="1074997"/>
                  <a:ext cx="1793657" cy="1211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52B7FD8-2AF9-2154-7068-9D7A698CAD0D}"/>
                    </a:ext>
                  </a:extLst>
                </p14:cNvPr>
                <p14:cNvContentPartPr/>
                <p14:nvPr/>
              </p14:nvContentPartPr>
              <p14:xfrm>
                <a:off x="1566974" y="1175166"/>
                <a:ext cx="434880" cy="45072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52B7FD8-2AF9-2154-7068-9D7A698CAD0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539275" y="1150098"/>
                  <a:ext cx="489725" cy="5003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F9394134-7965-2391-6383-6A65020BDC79}"/>
                    </a:ext>
                  </a:extLst>
                </p14:cNvPr>
                <p14:cNvContentPartPr/>
                <p14:nvPr/>
              </p14:nvContentPartPr>
              <p14:xfrm>
                <a:off x="1761734" y="1502766"/>
                <a:ext cx="282600" cy="26028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F9394134-7965-2391-6383-6A65020BDC7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34635" y="1478192"/>
                  <a:ext cx="337350" cy="30992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9A3AF2A3-B1B9-9D75-B1D8-D57CB9709F39}"/>
                  </a:ext>
                </a:extLst>
              </p14:cNvPr>
              <p14:cNvContentPartPr/>
              <p14:nvPr/>
            </p14:nvContentPartPr>
            <p14:xfrm>
              <a:off x="7172959" y="1759945"/>
              <a:ext cx="330480" cy="72000"/>
            </p14:xfrm>
          </p:contentPart>
        </mc:Choice>
        <mc:Fallback xmlns=""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9A3AF2A3-B1B9-9D75-B1D8-D57CB9709F3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155319" y="1741945"/>
                <a:ext cx="3661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83" name="Ink 482">
                <a:extLst>
                  <a:ext uri="{FF2B5EF4-FFF2-40B4-BE49-F238E27FC236}">
                    <a16:creationId xmlns:a16="http://schemas.microsoft.com/office/drawing/2014/main" id="{D6038F3A-C973-9070-FE06-1D06CB2037B6}"/>
                  </a:ext>
                </a:extLst>
              </p14:cNvPr>
              <p14:cNvContentPartPr/>
              <p14:nvPr/>
            </p14:nvContentPartPr>
            <p14:xfrm>
              <a:off x="7409507" y="1735839"/>
              <a:ext cx="123480" cy="126360"/>
            </p14:xfrm>
          </p:contentPart>
        </mc:Choice>
        <mc:Fallback xmlns="">
          <p:pic>
            <p:nvPicPr>
              <p:cNvPr id="483" name="Ink 482">
                <a:extLst>
                  <a:ext uri="{FF2B5EF4-FFF2-40B4-BE49-F238E27FC236}">
                    <a16:creationId xmlns:a16="http://schemas.microsoft.com/office/drawing/2014/main" id="{D6038F3A-C973-9070-FE06-1D06CB2037B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391507" y="1718199"/>
                <a:ext cx="159120" cy="16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7759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C1370-E5CE-DF04-E006-E2EE0189D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18B3BA8-72D8-E51F-7C7E-7FCC47D57712}"/>
              </a:ext>
            </a:extLst>
          </p:cNvPr>
          <p:cNvCxnSpPr>
            <a:cxnSpLocks/>
            <a:stCxn id="9" idx="3"/>
            <a:endCxn id="35" idx="1"/>
          </p:cNvCxnSpPr>
          <p:nvPr/>
        </p:nvCxnSpPr>
        <p:spPr>
          <a:xfrm flipV="1">
            <a:off x="6053615" y="2611025"/>
            <a:ext cx="2695658" cy="1325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5EF7AA2-D599-C621-21DD-DB3FA7FB8B9B}"/>
              </a:ext>
            </a:extLst>
          </p:cNvPr>
          <p:cNvCxnSpPr>
            <a:cxnSpLocks/>
            <a:stCxn id="10" idx="3"/>
            <a:endCxn id="36" idx="1"/>
          </p:cNvCxnSpPr>
          <p:nvPr/>
        </p:nvCxnSpPr>
        <p:spPr>
          <a:xfrm flipV="1">
            <a:off x="6053614" y="2223088"/>
            <a:ext cx="2695659" cy="1325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AA5A7D9-8727-DE54-1D9C-A7A531F804F0}"/>
              </a:ext>
            </a:extLst>
          </p:cNvPr>
          <p:cNvCxnSpPr>
            <a:cxnSpLocks/>
            <a:stCxn id="11" idx="3"/>
            <a:endCxn id="37" idx="1"/>
          </p:cNvCxnSpPr>
          <p:nvPr/>
        </p:nvCxnSpPr>
        <p:spPr>
          <a:xfrm flipV="1">
            <a:off x="6053613" y="1596887"/>
            <a:ext cx="2695658" cy="1325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Oval 489">
            <a:extLst>
              <a:ext uri="{FF2B5EF4-FFF2-40B4-BE49-F238E27FC236}">
                <a16:creationId xmlns:a16="http://schemas.microsoft.com/office/drawing/2014/main" id="{166EE4B7-2844-36DC-7326-7D54F239A650}"/>
              </a:ext>
            </a:extLst>
          </p:cNvPr>
          <p:cNvSpPr/>
          <p:nvPr/>
        </p:nvSpPr>
        <p:spPr>
          <a:xfrm>
            <a:off x="7161220" y="1823675"/>
            <a:ext cx="1353966" cy="11155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5548301E-89C7-BB5D-018E-ED4200DB529C}"/>
              </a:ext>
            </a:extLst>
          </p:cNvPr>
          <p:cNvSpPr/>
          <p:nvPr/>
        </p:nvSpPr>
        <p:spPr>
          <a:xfrm>
            <a:off x="6257499" y="1403581"/>
            <a:ext cx="966572" cy="9455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0181244D-2CA8-2422-96B7-44E45A2EDA21}"/>
              </a:ext>
            </a:extLst>
          </p:cNvPr>
          <p:cNvSpPr txBox="1"/>
          <p:nvPr/>
        </p:nvSpPr>
        <p:spPr>
          <a:xfrm>
            <a:off x="193192" y="1280621"/>
            <a:ext cx="901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50" dirty="0" err="1">
                <a:latin typeface="Bahnschrift" panose="020B0502040204020203" pitchFamily="34" charset="0"/>
              </a:rPr>
              <a:t>SnapPy</a:t>
            </a:r>
            <a:r>
              <a:rPr lang="es-MX" sz="1050" dirty="0">
                <a:latin typeface="Bahnschrift" panose="020B0502040204020203" pitchFamily="34" charset="0"/>
              </a:rPr>
              <a:t> </a:t>
            </a:r>
            <a:r>
              <a:rPr lang="es-MX" sz="1050" dirty="0" err="1">
                <a:latin typeface="Bahnschrift" panose="020B0502040204020203" pitchFamily="34" charset="0"/>
              </a:rPr>
              <a:t>Database</a:t>
            </a:r>
            <a:endParaRPr lang="es-MX" sz="1050" dirty="0">
              <a:latin typeface="Bahnschrift" panose="020B0502040204020203" pitchFamily="34" charset="0"/>
            </a:endParaRPr>
          </a:p>
        </p:txBody>
      </p:sp>
      <p:pic>
        <p:nvPicPr>
          <p:cNvPr id="1026" name="Picture 2" descr="SnapPy logo">
            <a:extLst>
              <a:ext uri="{FF2B5EF4-FFF2-40B4-BE49-F238E27FC236}">
                <a16:creationId xmlns:a16="http://schemas.microsoft.com/office/drawing/2014/main" id="{DCCF5E23-49F8-7296-052F-EF73EAA72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65" y="1684648"/>
            <a:ext cx="869708" cy="86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C346B2-BB1A-B651-4034-39B14BF21C71}"/>
              </a:ext>
            </a:extLst>
          </p:cNvPr>
          <p:cNvSpPr/>
          <p:nvPr/>
        </p:nvSpPr>
        <p:spPr>
          <a:xfrm>
            <a:off x="1605427" y="1176793"/>
            <a:ext cx="1574247" cy="1192734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Knot</a:t>
            </a:r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s-MX" sz="9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Dataset</a:t>
            </a:r>
            <a:endParaRPr lang="es-MX" sz="9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18BFC4-F83B-02F7-5CE0-0B1308649BE8}"/>
              </a:ext>
            </a:extLst>
          </p:cNvPr>
          <p:cNvSpPr/>
          <p:nvPr/>
        </p:nvSpPr>
        <p:spPr>
          <a:xfrm>
            <a:off x="1601091" y="2465910"/>
            <a:ext cx="1578583" cy="290229"/>
          </a:xfrm>
          <a:prstGeom prst="roundRect">
            <a:avLst>
              <a:gd name="adj" fmla="val 19178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Link </a:t>
            </a:r>
            <a:r>
              <a:rPr lang="es-MX" sz="9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Dataset</a:t>
            </a:r>
            <a:endParaRPr lang="es-MX" sz="9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E39E4D-55EF-617D-D4EF-0F3E59011F9C}"/>
              </a:ext>
            </a:extLst>
          </p:cNvPr>
          <p:cNvSpPr/>
          <p:nvPr/>
        </p:nvSpPr>
        <p:spPr>
          <a:xfrm>
            <a:off x="4475032" y="2467235"/>
            <a:ext cx="1578583" cy="290229"/>
          </a:xfrm>
          <a:prstGeom prst="roundRect">
            <a:avLst>
              <a:gd name="adj" fmla="val 16438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Link Test Set A</a:t>
            </a:r>
            <a:endParaRPr lang="es-MX" sz="7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EE096A-E469-9156-1C72-9F858681C085}"/>
              </a:ext>
            </a:extLst>
          </p:cNvPr>
          <p:cNvSpPr/>
          <p:nvPr/>
        </p:nvSpPr>
        <p:spPr>
          <a:xfrm>
            <a:off x="4475031" y="2079298"/>
            <a:ext cx="1578583" cy="290229"/>
          </a:xfrm>
          <a:prstGeom prst="roundRect">
            <a:avLst>
              <a:gd name="adj" fmla="val 16438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Test Set A</a:t>
            </a:r>
            <a:endParaRPr lang="es-MX" sz="9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32E939-5ACB-9327-7E46-FDC6C8B6BB4A}"/>
              </a:ext>
            </a:extLst>
          </p:cNvPr>
          <p:cNvSpPr/>
          <p:nvPr/>
        </p:nvSpPr>
        <p:spPr>
          <a:xfrm>
            <a:off x="4475030" y="1176793"/>
            <a:ext cx="1578583" cy="842838"/>
          </a:xfrm>
          <a:prstGeom prst="roundRect">
            <a:avLst>
              <a:gd name="adj" fmla="val 9434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Train Set A</a:t>
            </a:r>
            <a:endParaRPr lang="es-MX" sz="9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23C1EE-8601-A3DE-473F-257AD2115EE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179674" y="2611025"/>
            <a:ext cx="1295358" cy="1325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3CC1983-E569-627C-9D73-43D54D573A31}"/>
              </a:ext>
            </a:extLst>
          </p:cNvPr>
          <p:cNvCxnSpPr>
            <a:stCxn id="1026" idx="3"/>
            <a:endCxn id="3" idx="1"/>
          </p:cNvCxnSpPr>
          <p:nvPr/>
        </p:nvCxnSpPr>
        <p:spPr>
          <a:xfrm flipV="1">
            <a:off x="1111673" y="1773160"/>
            <a:ext cx="493754" cy="346342"/>
          </a:xfrm>
          <a:prstGeom prst="bent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410A644-9B27-F394-2ABD-E59791031B95}"/>
              </a:ext>
            </a:extLst>
          </p:cNvPr>
          <p:cNvCxnSpPr>
            <a:cxnSpLocks/>
            <a:stCxn id="1026" idx="3"/>
            <a:endCxn id="6" idx="1"/>
          </p:cNvCxnSpPr>
          <p:nvPr/>
        </p:nvCxnSpPr>
        <p:spPr>
          <a:xfrm>
            <a:off x="1111673" y="2119502"/>
            <a:ext cx="489418" cy="491523"/>
          </a:xfrm>
          <a:prstGeom prst="bent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AF9A030-F6CB-DD4E-C0EB-157D327E3037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3179674" y="1598212"/>
            <a:ext cx="1295356" cy="174948"/>
          </a:xfrm>
          <a:prstGeom prst="bent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ADD04700-DE5B-4025-33DA-8EC68D7811FA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3179674" y="1773160"/>
            <a:ext cx="1295357" cy="451253"/>
          </a:xfrm>
          <a:prstGeom prst="bent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3856D62-FFB7-AB84-A84E-5956B49BCD04}"/>
              </a:ext>
            </a:extLst>
          </p:cNvPr>
          <p:cNvSpPr txBox="1"/>
          <p:nvPr/>
        </p:nvSpPr>
        <p:spPr>
          <a:xfrm>
            <a:off x="4475030" y="820769"/>
            <a:ext cx="15785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50" dirty="0" err="1">
                <a:latin typeface="Bahnschrift" panose="020B0502040204020203" pitchFamily="34" charset="0"/>
              </a:rPr>
              <a:t>Experiment</a:t>
            </a:r>
            <a:r>
              <a:rPr lang="es-MX" sz="1050" dirty="0">
                <a:latin typeface="Bahnschrift" panose="020B0502040204020203" pitchFamily="34" charset="0"/>
              </a:rPr>
              <a:t> A </a:t>
            </a:r>
            <a:r>
              <a:rPr lang="es-MX" sz="1050" dirty="0" err="1">
                <a:latin typeface="Bahnschrift" panose="020B0502040204020203" pitchFamily="34" charset="0"/>
              </a:rPr>
              <a:t>Datasets</a:t>
            </a:r>
            <a:endParaRPr lang="es-MX" sz="1050" dirty="0">
              <a:latin typeface="Bahnschrift" panose="020B0502040204020203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8A3B505-A216-C6C0-D9B4-47878ED9D39D}"/>
              </a:ext>
            </a:extLst>
          </p:cNvPr>
          <p:cNvSpPr/>
          <p:nvPr/>
        </p:nvSpPr>
        <p:spPr>
          <a:xfrm>
            <a:off x="8749273" y="2465910"/>
            <a:ext cx="1578581" cy="290229"/>
          </a:xfrm>
          <a:prstGeom prst="roundRect">
            <a:avLst>
              <a:gd name="adj" fmla="val 16438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Link Test Set B</a:t>
            </a:r>
            <a:endParaRPr lang="es-MX" sz="7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46F132B-8FA4-5148-24FE-B3E2CCEBDA73}"/>
              </a:ext>
            </a:extLst>
          </p:cNvPr>
          <p:cNvSpPr/>
          <p:nvPr/>
        </p:nvSpPr>
        <p:spPr>
          <a:xfrm>
            <a:off x="8749273" y="2077973"/>
            <a:ext cx="1578582" cy="290229"/>
          </a:xfrm>
          <a:prstGeom prst="roundRect">
            <a:avLst>
              <a:gd name="adj" fmla="val 16438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Test Set B</a:t>
            </a:r>
            <a:endParaRPr lang="es-MX" sz="7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9B95632-7FA4-F1FC-01E3-C20970AB6E91}"/>
              </a:ext>
            </a:extLst>
          </p:cNvPr>
          <p:cNvSpPr/>
          <p:nvPr/>
        </p:nvSpPr>
        <p:spPr>
          <a:xfrm>
            <a:off x="8749271" y="1175468"/>
            <a:ext cx="1578583" cy="842838"/>
          </a:xfrm>
          <a:prstGeom prst="roundRect">
            <a:avLst>
              <a:gd name="adj" fmla="val 9434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Train Set B</a:t>
            </a:r>
            <a:endParaRPr lang="es-MX" sz="9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5EE6C3-CD21-BD7B-D18D-AF1D7A6072D8}"/>
              </a:ext>
            </a:extLst>
          </p:cNvPr>
          <p:cNvSpPr txBox="1"/>
          <p:nvPr/>
        </p:nvSpPr>
        <p:spPr>
          <a:xfrm>
            <a:off x="8749271" y="819161"/>
            <a:ext cx="15785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50" dirty="0" err="1">
                <a:latin typeface="Bahnschrift" panose="020B0502040204020203" pitchFamily="34" charset="0"/>
              </a:rPr>
              <a:t>Experiment</a:t>
            </a:r>
            <a:r>
              <a:rPr lang="es-MX" sz="1050" dirty="0">
                <a:latin typeface="Bahnschrift" panose="020B0502040204020203" pitchFamily="34" charset="0"/>
              </a:rPr>
              <a:t> B </a:t>
            </a:r>
            <a:r>
              <a:rPr lang="es-MX" sz="1050" dirty="0" err="1">
                <a:latin typeface="Bahnschrift" panose="020B0502040204020203" pitchFamily="34" charset="0"/>
              </a:rPr>
              <a:t>Datasets</a:t>
            </a:r>
            <a:endParaRPr lang="es-MX" sz="1050" dirty="0">
              <a:latin typeface="Bahnschrift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B11AD6-616F-58C6-4935-8603112C7E1B}"/>
              </a:ext>
            </a:extLst>
          </p:cNvPr>
          <p:cNvSpPr txBox="1"/>
          <p:nvPr/>
        </p:nvSpPr>
        <p:spPr>
          <a:xfrm>
            <a:off x="6316101" y="1034249"/>
            <a:ext cx="219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err="1">
                <a:latin typeface="Grandview Display" panose="020B0502040204020203" pitchFamily="34" charset="0"/>
              </a:rPr>
              <a:t>Knot</a:t>
            </a:r>
            <a:r>
              <a:rPr lang="es-MX" sz="900" dirty="0">
                <a:latin typeface="Grandview Display" panose="020B0502040204020203" pitchFamily="34" charset="0"/>
              </a:rPr>
              <a:t> </a:t>
            </a:r>
            <a:r>
              <a:rPr lang="es-MX" sz="900" dirty="0" err="1">
                <a:latin typeface="Grandview Display" panose="020B0502040204020203" pitchFamily="34" charset="0"/>
              </a:rPr>
              <a:t>augmentation</a:t>
            </a:r>
            <a:r>
              <a:rPr lang="es-MX" sz="900" dirty="0">
                <a:latin typeface="Grandview Display" panose="020B0502040204020203" pitchFamily="34" charset="0"/>
              </a:rPr>
              <a:t> </a:t>
            </a:r>
            <a:r>
              <a:rPr lang="es-MX" sz="900" dirty="0" err="1">
                <a:latin typeface="Grandview Display" panose="020B0502040204020203" pitchFamily="34" charset="0"/>
              </a:rPr>
              <a:t>algorithm</a:t>
            </a:r>
            <a:r>
              <a:rPr lang="es-MX" sz="900" dirty="0">
                <a:latin typeface="Grandview Display" panose="020B0502040204020203" pitchFamily="34" charset="0"/>
              </a:rPr>
              <a:t> </a:t>
            </a:r>
            <a:r>
              <a:rPr lang="es-MX" sz="900" dirty="0" err="1">
                <a:latin typeface="Grandview Display" panose="020B0502040204020203" pitchFamily="34" charset="0"/>
              </a:rPr>
              <a:t>to</a:t>
            </a:r>
            <a:r>
              <a:rPr lang="es-MX" sz="900" dirty="0">
                <a:latin typeface="Grandview Display" panose="020B0502040204020203" pitchFamily="34" charset="0"/>
              </a:rPr>
              <a:t> </a:t>
            </a:r>
            <a:r>
              <a:rPr lang="es-MX" sz="900" dirty="0" err="1">
                <a:latin typeface="Grandview Display" panose="020B0502040204020203" pitchFamily="34" charset="0"/>
              </a:rPr>
              <a:t>add</a:t>
            </a:r>
            <a:r>
              <a:rPr lang="es-MX" sz="900" dirty="0">
                <a:latin typeface="Grandview Display" panose="020B0502040204020203" pitchFamily="34" charset="0"/>
              </a:rPr>
              <a:t> 30 extra </a:t>
            </a:r>
            <a:r>
              <a:rPr lang="es-MX" sz="900" dirty="0" err="1">
                <a:latin typeface="Grandview Display" panose="020B0502040204020203" pitchFamily="34" charset="0"/>
              </a:rPr>
              <a:t>samples</a:t>
            </a:r>
            <a:r>
              <a:rPr lang="es-MX" sz="900" dirty="0">
                <a:latin typeface="Grandview Display" panose="020B0502040204020203" pitchFamily="34" charset="0"/>
              </a:rPr>
              <a:t> per </a:t>
            </a:r>
            <a:r>
              <a:rPr lang="es-MX" sz="900" dirty="0" err="1">
                <a:latin typeface="Grandview Display" panose="020B0502040204020203" pitchFamily="34" charset="0"/>
              </a:rPr>
              <a:t>knot</a:t>
            </a:r>
            <a:r>
              <a:rPr lang="es-MX" sz="900" dirty="0">
                <a:latin typeface="Grandview Display" panose="020B0502040204020203" pitchFamily="34" charset="0"/>
              </a:rPr>
              <a:t>/link.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237739AC-A484-CF5A-3497-1480691CE868}"/>
              </a:ext>
            </a:extLst>
          </p:cNvPr>
          <p:cNvSpPr txBox="1"/>
          <p:nvPr/>
        </p:nvSpPr>
        <p:spPr>
          <a:xfrm>
            <a:off x="3276995" y="1034249"/>
            <a:ext cx="1105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err="1">
                <a:latin typeface="Grandview Display" panose="020B0502040204020203" pitchFamily="34" charset="0"/>
              </a:rPr>
              <a:t>Perform</a:t>
            </a:r>
            <a:r>
              <a:rPr lang="es-MX" sz="900" dirty="0">
                <a:latin typeface="Grandview Display" panose="020B0502040204020203" pitchFamily="34" charset="0"/>
              </a:rPr>
              <a:t> a 4:1 </a:t>
            </a:r>
            <a:r>
              <a:rPr lang="es-MX" sz="900" dirty="0" err="1">
                <a:latin typeface="Grandview Display" panose="020B0502040204020203" pitchFamily="34" charset="0"/>
              </a:rPr>
              <a:t>random</a:t>
            </a:r>
            <a:r>
              <a:rPr lang="es-MX" sz="900" dirty="0">
                <a:latin typeface="Grandview Display" panose="020B0502040204020203" pitchFamily="34" charset="0"/>
              </a:rPr>
              <a:t> </a:t>
            </a:r>
            <a:r>
              <a:rPr lang="es-MX" sz="900" dirty="0" err="1">
                <a:latin typeface="Grandview Display" panose="020B0502040204020203" pitchFamily="34" charset="0"/>
              </a:rPr>
              <a:t>split</a:t>
            </a:r>
            <a:r>
              <a:rPr lang="es-MX" sz="900" dirty="0">
                <a:latin typeface="Grandview Display" panose="020B0502040204020203" pitchFamily="34" charset="0"/>
              </a:rPr>
              <a:t>.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B9AA2ADA-5F74-4BCD-89AA-FB76135E43E1}"/>
              </a:ext>
            </a:extLst>
          </p:cNvPr>
          <p:cNvGrpSpPr/>
          <p:nvPr/>
        </p:nvGrpSpPr>
        <p:grpSpPr>
          <a:xfrm>
            <a:off x="6357764" y="1525069"/>
            <a:ext cx="711511" cy="675599"/>
            <a:chOff x="6358156" y="1489476"/>
            <a:chExt cx="1384560" cy="1297440"/>
          </a:xfrm>
        </p:grpSpPr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C38D1CD9-8908-0285-08D0-00418D9E8324}"/>
                </a:ext>
              </a:extLst>
            </p:cNvPr>
            <p:cNvGrpSpPr/>
            <p:nvPr/>
          </p:nvGrpSpPr>
          <p:grpSpPr>
            <a:xfrm>
              <a:off x="6358156" y="1489476"/>
              <a:ext cx="1274040" cy="1064880"/>
              <a:chOff x="8063156" y="1109794"/>
              <a:chExt cx="1274040" cy="1064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464" name="Ink 463">
                    <a:extLst>
                      <a:ext uri="{FF2B5EF4-FFF2-40B4-BE49-F238E27FC236}">
                        <a16:creationId xmlns:a16="http://schemas.microsoft.com/office/drawing/2014/main" id="{359A7FC6-0C3F-5AD2-6BE0-04A664E0D846}"/>
                      </a:ext>
                    </a:extLst>
                  </p14:cNvPr>
                  <p14:cNvContentPartPr/>
                  <p14:nvPr/>
                </p14:nvContentPartPr>
                <p14:xfrm>
                  <a:off x="8637356" y="1109794"/>
                  <a:ext cx="699840" cy="803160"/>
                </p14:xfrm>
              </p:contentPart>
            </mc:Choice>
            <mc:Fallback xmlns=""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E6CD6F52-53AF-7F71-E487-0AC697D2227C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8619356" y="1092154"/>
                    <a:ext cx="735480" cy="83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465" name="Ink 464">
                    <a:extLst>
                      <a:ext uri="{FF2B5EF4-FFF2-40B4-BE49-F238E27FC236}">
                        <a16:creationId xmlns:a16="http://schemas.microsoft.com/office/drawing/2014/main" id="{FD67DAC6-9A8E-53F3-8897-D9AC66B30696}"/>
                      </a:ext>
                    </a:extLst>
                  </p14:cNvPr>
                  <p14:cNvContentPartPr/>
                  <p14:nvPr/>
                </p14:nvContentPartPr>
                <p14:xfrm>
                  <a:off x="8063156" y="1716754"/>
                  <a:ext cx="989280" cy="457920"/>
                </p14:xfrm>
              </p:contentPart>
            </mc:Choice>
            <mc:Fallback xmlns=""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507E3C9C-387F-B0E6-06F6-D39F84087F65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8045516" y="1698754"/>
                    <a:ext cx="1024920" cy="4935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3CC2536E-A132-EF2E-7174-CD22202695E1}"/>
                    </a:ext>
                  </a:extLst>
                </p14:cNvPr>
                <p14:cNvContentPartPr/>
                <p14:nvPr/>
              </p14:nvContentPartPr>
              <p14:xfrm>
                <a:off x="7045036" y="2064036"/>
                <a:ext cx="697680" cy="7228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7CC21882-6A2F-FAD9-F60E-5A9FABFBC61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010012" y="2029482"/>
                  <a:ext cx="767028" cy="7912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82407F70-7B74-20F5-6200-807FFF7728C6}"/>
              </a:ext>
            </a:extLst>
          </p:cNvPr>
          <p:cNvGrpSpPr/>
          <p:nvPr/>
        </p:nvGrpSpPr>
        <p:grpSpPr>
          <a:xfrm>
            <a:off x="7246956" y="1877442"/>
            <a:ext cx="1198164" cy="833563"/>
            <a:chOff x="927308" y="1100080"/>
            <a:chExt cx="1844315" cy="11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C6ADCCE2-EFD7-EAFB-54B8-B3CDCCA63F57}"/>
                    </a:ext>
                  </a:extLst>
                </p14:cNvPr>
                <p14:cNvContentPartPr/>
                <p14:nvPr/>
              </p14:nvContentPartPr>
              <p14:xfrm>
                <a:off x="1533943" y="1153518"/>
                <a:ext cx="1237680" cy="70992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4E864169-1B18-B8C2-DAED-50E773C03FF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06242" y="1128432"/>
                  <a:ext cx="1292528" cy="7595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3C28B957-2C31-94D3-5D58-211248FA667E}"/>
                    </a:ext>
                  </a:extLst>
                </p14:cNvPr>
                <p14:cNvContentPartPr/>
                <p14:nvPr/>
              </p14:nvContentPartPr>
              <p14:xfrm>
                <a:off x="1901106" y="1572494"/>
                <a:ext cx="424800" cy="1472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DDF778AD-88B6-F95D-18DB-BCA93B78BC8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73414" y="1547368"/>
                  <a:ext cx="479631" cy="1969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4DA671C1-AEE8-D050-672E-74A4C527956E}"/>
                    </a:ext>
                  </a:extLst>
                </p14:cNvPr>
                <p14:cNvContentPartPr/>
                <p14:nvPr/>
              </p14:nvContentPartPr>
              <p14:xfrm rot="20257648">
                <a:off x="2051962" y="1652446"/>
                <a:ext cx="70920" cy="3240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59EB4B14-F3E0-31D3-F7A5-94B12E0F69B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 rot="20257648">
                  <a:off x="2024259" y="1627523"/>
                  <a:ext cx="125772" cy="817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73AD0832-C9B3-B2FB-6D0B-264DA0DAECB2}"/>
                    </a:ext>
                  </a:extLst>
                </p14:cNvPr>
                <p14:cNvContentPartPr/>
                <p14:nvPr/>
              </p14:nvContentPartPr>
              <p14:xfrm>
                <a:off x="1635394" y="1654638"/>
                <a:ext cx="113760" cy="2736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6563343A-2723-5F9D-620B-1F4AD266F54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607782" y="1629765"/>
                  <a:ext cx="168431" cy="7660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F53F7A06-6F96-5127-7647-1FEAAA4CBDB5}"/>
                </a:ext>
              </a:extLst>
            </p:cNvPr>
            <p:cNvGrpSpPr/>
            <p:nvPr/>
          </p:nvGrpSpPr>
          <p:grpSpPr>
            <a:xfrm>
              <a:off x="927308" y="1675248"/>
              <a:ext cx="1046520" cy="442800"/>
              <a:chOff x="5768082" y="1658884"/>
              <a:chExt cx="1046520" cy="442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473" name="Ink 472">
                    <a:extLst>
                      <a:ext uri="{FF2B5EF4-FFF2-40B4-BE49-F238E27FC236}">
                        <a16:creationId xmlns:a16="http://schemas.microsoft.com/office/drawing/2014/main" id="{157CA088-3758-0B2B-1227-DF5505BAF27C}"/>
                      </a:ext>
                    </a:extLst>
                  </p14:cNvPr>
                  <p14:cNvContentPartPr/>
                  <p14:nvPr/>
                </p14:nvContentPartPr>
                <p14:xfrm>
                  <a:off x="5768082" y="1770844"/>
                  <a:ext cx="1046520" cy="330840"/>
                </p14:xfrm>
              </p:contentPart>
            </mc:Choice>
            <mc:Fallback xmlns="">
              <p:pic>
                <p:nvPicPr>
                  <p:cNvPr id="473" name="Ink 472">
                    <a:extLst>
                      <a:ext uri="{FF2B5EF4-FFF2-40B4-BE49-F238E27FC236}">
                        <a16:creationId xmlns:a16="http://schemas.microsoft.com/office/drawing/2014/main" id="{FDDA5041-679E-EFA7-93FA-742E4D28FA9C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5740936" y="1745780"/>
                    <a:ext cx="1101367" cy="3804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474" name="Ink 473">
                    <a:extLst>
                      <a:ext uri="{FF2B5EF4-FFF2-40B4-BE49-F238E27FC236}">
                        <a16:creationId xmlns:a16="http://schemas.microsoft.com/office/drawing/2014/main" id="{0B1D5FD8-A08D-2D26-3460-A7CE55F09066}"/>
                      </a:ext>
                    </a:extLst>
                  </p14:cNvPr>
                  <p14:cNvContentPartPr/>
                  <p14:nvPr/>
                </p14:nvContentPartPr>
                <p14:xfrm>
                  <a:off x="6124842" y="1658884"/>
                  <a:ext cx="199440" cy="85680"/>
                </p14:xfrm>
              </p:contentPart>
            </mc:Choice>
            <mc:Fallback xmlns="">
              <p:pic>
                <p:nvPicPr>
                  <p:cNvPr id="474" name="Ink 473">
                    <a:extLst>
                      <a:ext uri="{FF2B5EF4-FFF2-40B4-BE49-F238E27FC236}">
                        <a16:creationId xmlns:a16="http://schemas.microsoft.com/office/drawing/2014/main" id="{D67E1B53-BBC8-2CFF-C738-403FC5DD5833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6097142" y="1633831"/>
                    <a:ext cx="254286" cy="135284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4E5CDC7B-C0E1-8B29-042D-B4211FF58F9A}"/>
                    </a:ext>
                  </a:extLst>
                </p14:cNvPr>
                <p14:cNvContentPartPr/>
                <p14:nvPr/>
              </p14:nvContentPartPr>
              <p14:xfrm>
                <a:off x="979091" y="1100080"/>
                <a:ext cx="1738800" cy="11613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78FB7E0A-4847-B2A3-9347-E3EF908F8DA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1940" y="1074997"/>
                  <a:ext cx="1793657" cy="1211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300B2B5A-E641-B547-0A43-BA865B2E00AE}"/>
                    </a:ext>
                  </a:extLst>
                </p14:cNvPr>
                <p14:cNvContentPartPr/>
                <p14:nvPr/>
              </p14:nvContentPartPr>
              <p14:xfrm>
                <a:off x="1566974" y="1175166"/>
                <a:ext cx="434880" cy="45072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52B7FD8-2AF9-2154-7068-9D7A698CAD0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539275" y="1150098"/>
                  <a:ext cx="489725" cy="5003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78AE3BA5-EFCE-27C2-8438-869407755FE1}"/>
                    </a:ext>
                  </a:extLst>
                </p14:cNvPr>
                <p14:cNvContentPartPr/>
                <p14:nvPr/>
              </p14:nvContentPartPr>
              <p14:xfrm>
                <a:off x="1761734" y="1502766"/>
                <a:ext cx="282600" cy="26028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F9394134-7965-2391-6383-6A65020BDC7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34635" y="1478192"/>
                  <a:ext cx="337350" cy="30992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BC5E7351-4A23-FB8E-0251-3A8788ED6F58}"/>
                  </a:ext>
                </a:extLst>
              </p14:cNvPr>
              <p14:cNvContentPartPr/>
              <p14:nvPr/>
            </p14:nvContentPartPr>
            <p14:xfrm>
              <a:off x="7172959" y="1759945"/>
              <a:ext cx="330480" cy="72000"/>
            </p14:xfrm>
          </p:contentPart>
        </mc:Choice>
        <mc:Fallback xmlns=""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9A3AF2A3-B1B9-9D75-B1D8-D57CB9709F3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155319" y="1741945"/>
                <a:ext cx="3661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83" name="Ink 482">
                <a:extLst>
                  <a:ext uri="{FF2B5EF4-FFF2-40B4-BE49-F238E27FC236}">
                    <a16:creationId xmlns:a16="http://schemas.microsoft.com/office/drawing/2014/main" id="{DD22F01B-3339-36B8-7C63-7B775EBEFC29}"/>
                  </a:ext>
                </a:extLst>
              </p14:cNvPr>
              <p14:cNvContentPartPr/>
              <p14:nvPr/>
            </p14:nvContentPartPr>
            <p14:xfrm>
              <a:off x="7409507" y="1735839"/>
              <a:ext cx="123480" cy="126360"/>
            </p14:xfrm>
          </p:contentPart>
        </mc:Choice>
        <mc:Fallback xmlns="">
          <p:pic>
            <p:nvPicPr>
              <p:cNvPr id="483" name="Ink 482">
                <a:extLst>
                  <a:ext uri="{FF2B5EF4-FFF2-40B4-BE49-F238E27FC236}">
                    <a16:creationId xmlns:a16="http://schemas.microsoft.com/office/drawing/2014/main" id="{D6038F3A-C973-9070-FE06-1D06CB2037B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391507" y="1718199"/>
                <a:ext cx="159120" cy="16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8338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138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Bahnschrift</vt:lpstr>
      <vt:lpstr>Cambria Math</vt:lpstr>
      <vt:lpstr>Grandview Display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José de Jesús Hernández Beltrán</dc:creator>
  <cp:lastModifiedBy>Juan José de Jesús Hernández Beltrán</cp:lastModifiedBy>
  <cp:revision>3</cp:revision>
  <dcterms:created xsi:type="dcterms:W3CDTF">2025-11-16T03:17:38Z</dcterms:created>
  <dcterms:modified xsi:type="dcterms:W3CDTF">2025-11-27T18:16:41Z</dcterms:modified>
</cp:coreProperties>
</file>